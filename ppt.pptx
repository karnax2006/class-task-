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00" b="1" i="0">
                <a:solidFill>
                  <a:srgbClr val="0F2137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1" i="0">
                <a:solidFill>
                  <a:srgbClr val="0F2137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1" i="0">
                <a:solidFill>
                  <a:srgbClr val="0F2137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1" i="0">
                <a:solidFill>
                  <a:srgbClr val="0F2137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4F7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1699" y="781227"/>
            <a:ext cx="10853420" cy="746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00" b="1" i="0">
                <a:solidFill>
                  <a:srgbClr val="0F2137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71449" y="0"/>
              <a:ext cx="18116550" cy="10287000"/>
            </a:xfrm>
            <a:custGeom>
              <a:avLst/>
              <a:gdLst/>
              <a:ahLst/>
              <a:cxnLst/>
              <a:rect l="l" t="t" r="r" b="b"/>
              <a:pathLst>
                <a:path w="18116550" h="10287000">
                  <a:moveTo>
                    <a:pt x="0" y="10286999"/>
                  </a:moveTo>
                  <a:lnTo>
                    <a:pt x="18116548" y="10286999"/>
                  </a:lnTo>
                  <a:lnTo>
                    <a:pt x="18116548" y="0"/>
                  </a:lnTo>
                  <a:lnTo>
                    <a:pt x="0" y="0"/>
                  </a:lnTo>
                  <a:lnTo>
                    <a:pt x="0" y="10286999"/>
                  </a:lnTo>
                  <a:close/>
                </a:path>
              </a:pathLst>
            </a:custGeom>
            <a:solidFill>
              <a:srgbClr val="071325">
                <a:alpha val="57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71450" cy="10287000"/>
            </a:xfrm>
            <a:custGeom>
              <a:avLst/>
              <a:gdLst/>
              <a:ahLst/>
              <a:cxnLst/>
              <a:rect l="l" t="t" r="r" b="b"/>
              <a:pathLst>
                <a:path w="171450" h="10287000">
                  <a:moveTo>
                    <a:pt x="171449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171449" y="0"/>
                  </a:lnTo>
                  <a:lnTo>
                    <a:pt x="171449" y="10286999"/>
                  </a:lnTo>
                  <a:close/>
                </a:path>
              </a:pathLst>
            </a:custGeom>
            <a:solidFill>
              <a:srgbClr val="26A6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225549" y="1166494"/>
            <a:ext cx="4736465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35" b="1">
                <a:solidFill>
                  <a:srgbClr val="65D9FF"/>
                </a:solidFill>
                <a:latin typeface="Arial"/>
                <a:cs typeface="Arial"/>
              </a:rPr>
              <a:t>I</a:t>
            </a:r>
            <a:r>
              <a:rPr dirty="0" sz="1650" spc="-229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65D9FF"/>
                </a:solidFill>
                <a:latin typeface="Arial"/>
                <a:cs typeface="Arial"/>
              </a:rPr>
              <a:t>N</a:t>
            </a:r>
            <a:r>
              <a:rPr dirty="0" sz="1650" spc="-229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650" spc="-50" b="1">
                <a:solidFill>
                  <a:srgbClr val="65D9FF"/>
                </a:solidFill>
                <a:latin typeface="Arial"/>
                <a:cs typeface="Arial"/>
              </a:rPr>
              <a:t>T</a:t>
            </a:r>
            <a:r>
              <a:rPr dirty="0" sz="1650" spc="-229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650" spc="-160" b="1">
                <a:solidFill>
                  <a:srgbClr val="65D9FF"/>
                </a:solidFill>
                <a:latin typeface="Arial"/>
                <a:cs typeface="Arial"/>
              </a:rPr>
              <a:t>E</a:t>
            </a:r>
            <a:r>
              <a:rPr dirty="0" sz="1650" spc="-22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650" spc="-120" b="1">
                <a:solidFill>
                  <a:srgbClr val="65D9FF"/>
                </a:solidFill>
                <a:latin typeface="Arial"/>
                <a:cs typeface="Arial"/>
              </a:rPr>
              <a:t>L</a:t>
            </a:r>
            <a:r>
              <a:rPr dirty="0" sz="1650" spc="-229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650" spc="-120" b="1">
                <a:solidFill>
                  <a:srgbClr val="65D9FF"/>
                </a:solidFill>
                <a:latin typeface="Arial"/>
                <a:cs typeface="Arial"/>
              </a:rPr>
              <a:t>L</a:t>
            </a:r>
            <a:r>
              <a:rPr dirty="0" sz="1650" spc="-229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650" spc="-35" b="1">
                <a:solidFill>
                  <a:srgbClr val="65D9FF"/>
                </a:solidFill>
                <a:latin typeface="Arial"/>
                <a:cs typeface="Arial"/>
              </a:rPr>
              <a:t>I</a:t>
            </a:r>
            <a:r>
              <a:rPr dirty="0" sz="1650" spc="-22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650" spc="-20" b="1">
                <a:solidFill>
                  <a:srgbClr val="65D9FF"/>
                </a:solidFill>
                <a:latin typeface="Arial"/>
                <a:cs typeface="Arial"/>
              </a:rPr>
              <a:t>G</a:t>
            </a:r>
            <a:r>
              <a:rPr dirty="0" sz="1650" spc="-229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650" spc="-160" b="1">
                <a:solidFill>
                  <a:srgbClr val="65D9FF"/>
                </a:solidFill>
                <a:latin typeface="Arial"/>
                <a:cs typeface="Arial"/>
              </a:rPr>
              <a:t>E</a:t>
            </a:r>
            <a:r>
              <a:rPr dirty="0" sz="1650" spc="-229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65D9FF"/>
                </a:solidFill>
                <a:latin typeface="Arial"/>
                <a:cs typeface="Arial"/>
              </a:rPr>
              <a:t>N</a:t>
            </a:r>
            <a:r>
              <a:rPr dirty="0" sz="1650" spc="-22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65D9FF"/>
                </a:solidFill>
                <a:latin typeface="Arial"/>
                <a:cs typeface="Arial"/>
              </a:rPr>
              <a:t>T</a:t>
            </a:r>
            <a:r>
              <a:rPr dirty="0" sz="1650" spc="400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650" spc="-80" b="1">
                <a:solidFill>
                  <a:srgbClr val="65D9FF"/>
                </a:solidFill>
                <a:latin typeface="Arial"/>
                <a:cs typeface="Arial"/>
              </a:rPr>
              <a:t>U</a:t>
            </a:r>
            <a:r>
              <a:rPr dirty="0" sz="1650" spc="-229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650" spc="-175" b="1">
                <a:solidFill>
                  <a:srgbClr val="65D9FF"/>
                </a:solidFill>
                <a:latin typeface="Arial"/>
                <a:cs typeface="Arial"/>
              </a:rPr>
              <a:t>R</a:t>
            </a:r>
            <a:r>
              <a:rPr dirty="0" sz="1650" spc="-22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650" spc="-160" b="1">
                <a:solidFill>
                  <a:srgbClr val="65D9FF"/>
                </a:solidFill>
                <a:latin typeface="Arial"/>
                <a:cs typeface="Arial"/>
              </a:rPr>
              <a:t>B</a:t>
            </a:r>
            <a:r>
              <a:rPr dirty="0" sz="1650" spc="-229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650" spc="-45" b="1">
                <a:solidFill>
                  <a:srgbClr val="65D9FF"/>
                </a:solidFill>
                <a:latin typeface="Arial"/>
                <a:cs typeface="Arial"/>
              </a:rPr>
              <a:t>A</a:t>
            </a:r>
            <a:r>
              <a:rPr dirty="0" sz="1650" spc="-229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65D9FF"/>
                </a:solidFill>
                <a:latin typeface="Arial"/>
                <a:cs typeface="Arial"/>
              </a:rPr>
              <a:t>N</a:t>
            </a:r>
            <a:r>
              <a:rPr dirty="0" sz="1650" spc="40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650" spc="65" b="1">
                <a:solidFill>
                  <a:srgbClr val="65D9FF"/>
                </a:solidFill>
                <a:latin typeface="Arial"/>
                <a:cs typeface="Arial"/>
              </a:rPr>
              <a:t>M</a:t>
            </a:r>
            <a:r>
              <a:rPr dirty="0" sz="1650" spc="-229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65D9FF"/>
                </a:solidFill>
                <a:latin typeface="Arial"/>
                <a:cs typeface="Arial"/>
              </a:rPr>
              <a:t>O</a:t>
            </a:r>
            <a:r>
              <a:rPr dirty="0" sz="1650" spc="-229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650" spc="-160" b="1">
                <a:solidFill>
                  <a:srgbClr val="65D9FF"/>
                </a:solidFill>
                <a:latin typeface="Arial"/>
                <a:cs typeface="Arial"/>
              </a:rPr>
              <a:t>B</a:t>
            </a:r>
            <a:r>
              <a:rPr dirty="0" sz="1650" spc="-229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650" spc="-35" b="1">
                <a:solidFill>
                  <a:srgbClr val="65D9FF"/>
                </a:solidFill>
                <a:latin typeface="Arial"/>
                <a:cs typeface="Arial"/>
              </a:rPr>
              <a:t>I</a:t>
            </a:r>
            <a:r>
              <a:rPr dirty="0" sz="1650" spc="-22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650" spc="-120" b="1">
                <a:solidFill>
                  <a:srgbClr val="65D9FF"/>
                </a:solidFill>
                <a:latin typeface="Arial"/>
                <a:cs typeface="Arial"/>
              </a:rPr>
              <a:t>L</a:t>
            </a:r>
            <a:r>
              <a:rPr dirty="0" sz="1650" spc="-229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650" spc="-35" b="1">
                <a:solidFill>
                  <a:srgbClr val="65D9FF"/>
                </a:solidFill>
                <a:latin typeface="Arial"/>
                <a:cs typeface="Arial"/>
              </a:rPr>
              <a:t>I</a:t>
            </a:r>
            <a:r>
              <a:rPr dirty="0" sz="1650" spc="-229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650" spc="-50" b="1">
                <a:solidFill>
                  <a:srgbClr val="65D9FF"/>
                </a:solidFill>
                <a:latin typeface="Arial"/>
                <a:cs typeface="Arial"/>
              </a:rPr>
              <a:t>T</a:t>
            </a:r>
            <a:r>
              <a:rPr dirty="0" sz="1650" spc="-22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65D9FF"/>
                </a:solidFill>
                <a:latin typeface="Arial"/>
                <a:cs typeface="Arial"/>
              </a:rPr>
              <a:t>Y</a:t>
            </a:r>
            <a:r>
              <a:rPr dirty="0" sz="1650" spc="400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650" spc="229" b="1">
                <a:solidFill>
                  <a:srgbClr val="65D9FF"/>
                </a:solidFill>
                <a:latin typeface="Arial"/>
                <a:cs typeface="Arial"/>
              </a:rPr>
              <a:t>/</a:t>
            </a:r>
            <a:r>
              <a:rPr dirty="0" sz="1650" spc="400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65D9FF"/>
                </a:solidFill>
                <a:latin typeface="Arial"/>
                <a:cs typeface="Arial"/>
              </a:rPr>
              <a:t>2</a:t>
            </a:r>
            <a:r>
              <a:rPr dirty="0" sz="1650" spc="-22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650" spc="254" b="1">
                <a:solidFill>
                  <a:srgbClr val="65D9FF"/>
                </a:solidFill>
                <a:latin typeface="Arial"/>
                <a:cs typeface="Arial"/>
              </a:rPr>
              <a:t>02</a:t>
            </a:r>
            <a:r>
              <a:rPr dirty="0" sz="1650" spc="-229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650" spc="75" b="1">
                <a:solidFill>
                  <a:srgbClr val="65D9FF"/>
                </a:solidFill>
                <a:latin typeface="Arial"/>
                <a:cs typeface="Arial"/>
              </a:rPr>
              <a:t>6</a:t>
            </a:r>
            <a:endParaRPr sz="1650">
              <a:latin typeface="Arial"/>
              <a:cs typeface="Arial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187449" y="2110269"/>
            <a:ext cx="6697980" cy="161417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400" spc="-60">
                <a:solidFill>
                  <a:srgbClr val="F4F7FB"/>
                </a:solidFill>
              </a:rPr>
              <a:t>S</a:t>
            </a:r>
            <a:r>
              <a:rPr dirty="0" sz="10400" spc="70">
                <a:solidFill>
                  <a:srgbClr val="F4F7FB"/>
                </a:solidFill>
              </a:rPr>
              <a:t>m</a:t>
            </a:r>
            <a:r>
              <a:rPr dirty="0" sz="10400" spc="240">
                <a:solidFill>
                  <a:srgbClr val="F4F7FB"/>
                </a:solidFill>
              </a:rPr>
              <a:t>a</a:t>
            </a:r>
            <a:r>
              <a:rPr dirty="0" sz="10400" spc="-95">
                <a:solidFill>
                  <a:srgbClr val="F4F7FB"/>
                </a:solidFill>
              </a:rPr>
              <a:t>r</a:t>
            </a:r>
            <a:r>
              <a:rPr dirty="0" sz="10400" spc="-70">
                <a:solidFill>
                  <a:srgbClr val="F4F7FB"/>
                </a:solidFill>
              </a:rPr>
              <a:t>t</a:t>
            </a:r>
            <a:r>
              <a:rPr dirty="0" sz="10400" spc="-200">
                <a:solidFill>
                  <a:srgbClr val="F4F7FB"/>
                </a:solidFill>
              </a:rPr>
              <a:t>F</a:t>
            </a:r>
            <a:r>
              <a:rPr dirty="0" sz="10400" spc="695">
                <a:solidFill>
                  <a:srgbClr val="F4F7FB"/>
                </a:solidFill>
              </a:rPr>
              <a:t>l</a:t>
            </a:r>
            <a:r>
              <a:rPr dirty="0" sz="10400" spc="-70">
                <a:solidFill>
                  <a:srgbClr val="F4F7FB"/>
                </a:solidFill>
              </a:rPr>
              <a:t>o</a:t>
            </a:r>
            <a:r>
              <a:rPr dirty="0" sz="10400" spc="155">
                <a:solidFill>
                  <a:srgbClr val="F4F7FB"/>
                </a:solidFill>
              </a:rPr>
              <a:t>w</a:t>
            </a:r>
            <a:endParaRPr sz="10400"/>
          </a:p>
        </p:txBody>
      </p:sp>
      <p:sp>
        <p:nvSpPr>
          <p:cNvPr id="8" name="object 8"/>
          <p:cNvSpPr txBox="1"/>
          <p:nvPr/>
        </p:nvSpPr>
        <p:spPr>
          <a:xfrm>
            <a:off x="1244600" y="3676275"/>
            <a:ext cx="6699884" cy="13722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5300"/>
              </a:lnSpc>
              <a:spcBef>
                <a:spcPts val="95"/>
              </a:spcBef>
            </a:pPr>
            <a:r>
              <a:rPr dirty="0" sz="4900" spc="-145" b="1">
                <a:solidFill>
                  <a:srgbClr val="F4F7FB"/>
                </a:solidFill>
                <a:latin typeface="Trebuchet MS"/>
                <a:cs typeface="Trebuchet MS"/>
              </a:rPr>
              <a:t>Next-</a:t>
            </a:r>
            <a:r>
              <a:rPr dirty="0" sz="4900" spc="-70" b="1">
                <a:solidFill>
                  <a:srgbClr val="F4F7FB"/>
                </a:solidFill>
                <a:latin typeface="Trebuchet MS"/>
                <a:cs typeface="Trebuchet MS"/>
              </a:rPr>
              <a:t>Generation</a:t>
            </a:r>
            <a:r>
              <a:rPr dirty="0" sz="4900" spc="-235" b="1">
                <a:solidFill>
                  <a:srgbClr val="F4F7FB"/>
                </a:solidFill>
                <a:latin typeface="Trebuchet MS"/>
                <a:cs typeface="Trebuchet MS"/>
              </a:rPr>
              <a:t> </a:t>
            </a:r>
            <a:r>
              <a:rPr dirty="0" sz="4900" spc="-95" b="1">
                <a:solidFill>
                  <a:srgbClr val="F4F7FB"/>
                </a:solidFill>
                <a:latin typeface="Trebuchet MS"/>
                <a:cs typeface="Trebuchet MS"/>
              </a:rPr>
              <a:t>Traffic</a:t>
            </a:r>
            <a:endParaRPr sz="4900">
              <a:latin typeface="Trebuchet MS"/>
              <a:cs typeface="Trebuchet MS"/>
            </a:endParaRPr>
          </a:p>
          <a:p>
            <a:pPr marL="12700">
              <a:lnSpc>
                <a:spcPts val="5305"/>
              </a:lnSpc>
            </a:pPr>
            <a:r>
              <a:rPr dirty="0" sz="4900" b="1">
                <a:solidFill>
                  <a:srgbClr val="F4F7FB"/>
                </a:solidFill>
                <a:latin typeface="Trebuchet MS"/>
                <a:cs typeface="Trebuchet MS"/>
              </a:rPr>
              <a:t>Management</a:t>
            </a:r>
            <a:r>
              <a:rPr dirty="0" sz="4900" spc="155" b="1">
                <a:solidFill>
                  <a:srgbClr val="F4F7FB"/>
                </a:solidFill>
                <a:latin typeface="Trebuchet MS"/>
                <a:cs typeface="Trebuchet MS"/>
              </a:rPr>
              <a:t> </a:t>
            </a:r>
            <a:r>
              <a:rPr dirty="0" sz="4900" spc="-10" b="1">
                <a:solidFill>
                  <a:srgbClr val="F4F7FB"/>
                </a:solidFill>
                <a:latin typeface="Trebuchet MS"/>
                <a:cs typeface="Trebuchet MS"/>
              </a:rPr>
              <a:t>System</a:t>
            </a:r>
            <a:endParaRPr sz="49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82699" y="5587047"/>
            <a:ext cx="710882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114">
                <a:solidFill>
                  <a:srgbClr val="65D9FF"/>
                </a:solidFill>
                <a:latin typeface="Trebuchet MS"/>
                <a:cs typeface="Trebuchet MS"/>
              </a:rPr>
              <a:t>AI-</a:t>
            </a:r>
            <a:r>
              <a:rPr dirty="0" sz="2100" spc="45">
                <a:solidFill>
                  <a:srgbClr val="65D9FF"/>
                </a:solidFill>
                <a:latin typeface="Trebuchet MS"/>
                <a:cs typeface="Trebuchet MS"/>
              </a:rPr>
              <a:t>Powered</a:t>
            </a:r>
            <a:r>
              <a:rPr dirty="0" sz="2100" spc="-55">
                <a:solidFill>
                  <a:srgbClr val="65D9FF"/>
                </a:solidFill>
                <a:latin typeface="Trebuchet MS"/>
                <a:cs typeface="Trebuchet MS"/>
              </a:rPr>
              <a:t> </a:t>
            </a:r>
            <a:r>
              <a:rPr dirty="0" sz="2100" spc="55">
                <a:solidFill>
                  <a:srgbClr val="65D9FF"/>
                </a:solidFill>
                <a:latin typeface="Trebuchet MS"/>
                <a:cs typeface="Trebuchet MS"/>
              </a:rPr>
              <a:t>Smart</a:t>
            </a:r>
            <a:r>
              <a:rPr dirty="0" sz="2100" spc="-55">
                <a:solidFill>
                  <a:srgbClr val="65D9FF"/>
                </a:solidFill>
                <a:latin typeface="Trebuchet MS"/>
                <a:cs typeface="Trebuchet MS"/>
              </a:rPr>
              <a:t> </a:t>
            </a:r>
            <a:r>
              <a:rPr dirty="0" sz="2100" spc="-20">
                <a:solidFill>
                  <a:srgbClr val="65D9FF"/>
                </a:solidFill>
                <a:latin typeface="Trebuchet MS"/>
                <a:cs typeface="Trebuchet MS"/>
              </a:rPr>
              <a:t>Traffic</a:t>
            </a:r>
            <a:r>
              <a:rPr dirty="0" sz="2100" spc="-55">
                <a:solidFill>
                  <a:srgbClr val="65D9FF"/>
                </a:solidFill>
                <a:latin typeface="Trebuchet MS"/>
                <a:cs typeface="Trebuchet MS"/>
              </a:rPr>
              <a:t> </a:t>
            </a:r>
            <a:r>
              <a:rPr dirty="0" sz="2100" spc="70">
                <a:solidFill>
                  <a:srgbClr val="65D9FF"/>
                </a:solidFill>
                <a:latin typeface="Trebuchet MS"/>
                <a:cs typeface="Trebuchet MS"/>
              </a:rPr>
              <a:t>Management</a:t>
            </a:r>
            <a:r>
              <a:rPr dirty="0" sz="2100" spc="-50">
                <a:solidFill>
                  <a:srgbClr val="65D9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65D9FF"/>
                </a:solidFill>
                <a:latin typeface="Trebuchet MS"/>
                <a:cs typeface="Trebuchet MS"/>
              </a:rPr>
              <a:t>for</a:t>
            </a:r>
            <a:r>
              <a:rPr dirty="0" sz="2100" spc="-55">
                <a:solidFill>
                  <a:srgbClr val="65D9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65D9FF"/>
                </a:solidFill>
                <a:latin typeface="Trebuchet MS"/>
                <a:cs typeface="Trebuchet MS"/>
              </a:rPr>
              <a:t>Urban</a:t>
            </a:r>
            <a:r>
              <a:rPr dirty="0" sz="2100" spc="-55">
                <a:solidFill>
                  <a:srgbClr val="65D9FF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65D9FF"/>
                </a:solidFill>
                <a:latin typeface="Trebuchet MS"/>
                <a:cs typeface="Trebuchet MS"/>
              </a:rPr>
              <a:t>Mobility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82699" y="8647429"/>
            <a:ext cx="51720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4F7FB"/>
                </a:solidFill>
                <a:latin typeface="Trebuchet MS"/>
                <a:cs typeface="Trebuchet MS"/>
              </a:rPr>
              <a:t>Presented</a:t>
            </a:r>
            <a:r>
              <a:rPr dirty="0" sz="1800" spc="-15">
                <a:solidFill>
                  <a:srgbClr val="F4F7FB"/>
                </a:solidFill>
                <a:latin typeface="Trebuchet MS"/>
                <a:cs typeface="Trebuchet MS"/>
              </a:rPr>
              <a:t> </a:t>
            </a:r>
            <a:r>
              <a:rPr dirty="0" sz="1800" spc="114">
                <a:solidFill>
                  <a:srgbClr val="F4F7FB"/>
                </a:solidFill>
                <a:latin typeface="Trebuchet MS"/>
                <a:cs typeface="Trebuchet MS"/>
              </a:rPr>
              <a:t>by</a:t>
            </a:r>
            <a:r>
              <a:rPr dirty="0" sz="1800" spc="-10">
                <a:solidFill>
                  <a:srgbClr val="F4F7FB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4F7FB"/>
                </a:solidFill>
                <a:latin typeface="Trebuchet MS"/>
                <a:cs typeface="Trebuchet MS"/>
              </a:rPr>
              <a:t>[Your</a:t>
            </a:r>
            <a:r>
              <a:rPr dirty="0" sz="1800" spc="-10">
                <a:solidFill>
                  <a:srgbClr val="F4F7FB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4F7FB"/>
                </a:solidFill>
                <a:latin typeface="Trebuchet MS"/>
                <a:cs typeface="Trebuchet MS"/>
              </a:rPr>
              <a:t>Name]</a:t>
            </a:r>
            <a:r>
              <a:rPr dirty="0" sz="1800" spc="-5">
                <a:solidFill>
                  <a:srgbClr val="F4F7FB"/>
                </a:solidFill>
                <a:latin typeface="Trebuchet MS"/>
                <a:cs typeface="Trebuchet MS"/>
              </a:rPr>
              <a:t>  </a:t>
            </a:r>
            <a:r>
              <a:rPr dirty="0" sz="1800" spc="-315">
                <a:solidFill>
                  <a:srgbClr val="F4F7FB"/>
                </a:solidFill>
                <a:latin typeface="Trebuchet MS"/>
                <a:cs typeface="Trebuchet MS"/>
              </a:rPr>
              <a:t>•</a:t>
            </a:r>
            <a:r>
              <a:rPr dirty="0" sz="1800" spc="-5">
                <a:solidFill>
                  <a:srgbClr val="F4F7FB"/>
                </a:solidFill>
                <a:latin typeface="Trebuchet MS"/>
                <a:cs typeface="Trebuchet MS"/>
              </a:rPr>
              <a:t>  </a:t>
            </a:r>
            <a:r>
              <a:rPr dirty="0" sz="1800" spc="60">
                <a:solidFill>
                  <a:srgbClr val="F4F7FB"/>
                </a:solidFill>
                <a:latin typeface="Trebuchet MS"/>
                <a:cs typeface="Trebuchet MS"/>
              </a:rPr>
              <a:t>September</a:t>
            </a:r>
            <a:r>
              <a:rPr dirty="0" sz="1800" spc="-10">
                <a:solidFill>
                  <a:srgbClr val="F4F7FB"/>
                </a:solidFill>
                <a:latin typeface="Trebuchet MS"/>
                <a:cs typeface="Trebuchet MS"/>
              </a:rPr>
              <a:t> </a:t>
            </a:r>
            <a:r>
              <a:rPr dirty="0" sz="1800" spc="-390">
                <a:solidFill>
                  <a:srgbClr val="F4F7FB"/>
                </a:solidFill>
                <a:latin typeface="Trebuchet MS"/>
                <a:cs typeface="Trebuchet MS"/>
              </a:rPr>
              <a:t>11,</a:t>
            </a:r>
            <a:r>
              <a:rPr dirty="0" sz="1800" spc="-10">
                <a:solidFill>
                  <a:srgbClr val="F4F7FB"/>
                </a:solidFill>
                <a:latin typeface="Trebuchet MS"/>
                <a:cs typeface="Trebuchet MS"/>
              </a:rPr>
              <a:t> </a:t>
            </a:r>
            <a:r>
              <a:rPr dirty="0" sz="1800" spc="135">
                <a:solidFill>
                  <a:srgbClr val="F4F7FB"/>
                </a:solidFill>
                <a:latin typeface="Trebuchet MS"/>
                <a:cs typeface="Trebuchet MS"/>
              </a:rPr>
              <a:t>2026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7132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6667500" y="0"/>
            <a:ext cx="11620500" cy="10287000"/>
            <a:chOff x="6667500" y="0"/>
            <a:chExt cx="11620500" cy="10287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63000" y="0"/>
              <a:ext cx="9524999" cy="102869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667500" y="0"/>
              <a:ext cx="11620500" cy="10287000"/>
            </a:xfrm>
            <a:custGeom>
              <a:avLst/>
              <a:gdLst/>
              <a:ahLst/>
              <a:cxnLst/>
              <a:rect l="l" t="t" r="r" b="b"/>
              <a:pathLst>
                <a:path w="11620500" h="10287000">
                  <a:moveTo>
                    <a:pt x="11620499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11620499" y="0"/>
                  </a:lnTo>
                  <a:lnTo>
                    <a:pt x="11620499" y="10286999"/>
                  </a:lnTo>
                  <a:close/>
                </a:path>
              </a:pathLst>
            </a:custGeom>
            <a:solidFill>
              <a:srgbClr val="071325">
                <a:alpha val="44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901700" y="522605"/>
            <a:ext cx="1751964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5" b="1">
                <a:solidFill>
                  <a:srgbClr val="65D9FF"/>
                </a:solidFill>
                <a:latin typeface="Arial"/>
                <a:cs typeface="Arial"/>
              </a:rPr>
              <a:t>S</a:t>
            </a:r>
            <a:r>
              <a:rPr dirty="0" sz="1350" spc="-190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350" spc="55" b="1">
                <a:solidFill>
                  <a:srgbClr val="65D9FF"/>
                </a:solidFill>
                <a:latin typeface="Arial"/>
                <a:cs typeface="Arial"/>
              </a:rPr>
              <a:t>M</a:t>
            </a:r>
            <a:r>
              <a:rPr dirty="0" sz="1350" spc="-18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350" spc="-35" b="1">
                <a:solidFill>
                  <a:srgbClr val="65D9FF"/>
                </a:solidFill>
                <a:latin typeface="Arial"/>
                <a:cs typeface="Arial"/>
              </a:rPr>
              <a:t>A</a:t>
            </a:r>
            <a:r>
              <a:rPr dirty="0" sz="1350" spc="-18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350" spc="-145" b="1">
                <a:solidFill>
                  <a:srgbClr val="65D9FF"/>
                </a:solidFill>
                <a:latin typeface="Arial"/>
                <a:cs typeface="Arial"/>
              </a:rPr>
              <a:t>R</a:t>
            </a:r>
            <a:r>
              <a:rPr dirty="0" sz="1350" spc="-190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350" spc="-40" b="1">
                <a:solidFill>
                  <a:srgbClr val="65D9FF"/>
                </a:solidFill>
                <a:latin typeface="Arial"/>
                <a:cs typeface="Arial"/>
              </a:rPr>
              <a:t>T</a:t>
            </a:r>
            <a:r>
              <a:rPr dirty="0" sz="1350" spc="-18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350" spc="-90" b="1">
                <a:solidFill>
                  <a:srgbClr val="65D9FF"/>
                </a:solidFill>
                <a:latin typeface="Arial"/>
                <a:cs typeface="Arial"/>
              </a:rPr>
              <a:t>F</a:t>
            </a:r>
            <a:r>
              <a:rPr dirty="0" sz="1350" spc="-18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350" spc="-90" b="1">
                <a:solidFill>
                  <a:srgbClr val="65D9FF"/>
                </a:solidFill>
                <a:latin typeface="Arial"/>
                <a:cs typeface="Arial"/>
              </a:rPr>
              <a:t>L</a:t>
            </a:r>
            <a:r>
              <a:rPr dirty="0" sz="1350" spc="-18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65D9FF"/>
                </a:solidFill>
                <a:latin typeface="Arial"/>
                <a:cs typeface="Arial"/>
              </a:rPr>
              <a:t>O</a:t>
            </a:r>
            <a:r>
              <a:rPr dirty="0" sz="1350" spc="-190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350" spc="75" b="1">
                <a:solidFill>
                  <a:srgbClr val="65D9FF"/>
                </a:solidFill>
                <a:latin typeface="Arial"/>
                <a:cs typeface="Arial"/>
              </a:rPr>
              <a:t>W</a:t>
            </a:r>
            <a:r>
              <a:rPr dirty="0" sz="1350" spc="33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350" spc="190" b="1">
                <a:solidFill>
                  <a:srgbClr val="65D9FF"/>
                </a:solidFill>
                <a:latin typeface="Arial"/>
                <a:cs typeface="Arial"/>
              </a:rPr>
              <a:t>/</a:t>
            </a:r>
            <a:r>
              <a:rPr dirty="0" sz="1350" spc="33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350" spc="25" b="1">
                <a:solidFill>
                  <a:srgbClr val="65D9FF"/>
                </a:solidFill>
                <a:latin typeface="Arial"/>
                <a:cs typeface="Arial"/>
              </a:rPr>
              <a:t>01</a:t>
            </a:r>
            <a:endParaRPr sz="1350">
              <a:latin typeface="Arial"/>
              <a:cs typeface="Arial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4F7FB"/>
                </a:solidFill>
              </a:rPr>
              <a:t>Urban</a:t>
            </a:r>
            <a:r>
              <a:rPr dirty="0" spc="-145">
                <a:solidFill>
                  <a:srgbClr val="F4F7FB"/>
                </a:solidFill>
              </a:rPr>
              <a:t> </a:t>
            </a:r>
            <a:r>
              <a:rPr dirty="0" spc="-55">
                <a:solidFill>
                  <a:srgbClr val="F4F7FB"/>
                </a:solidFill>
              </a:rPr>
              <a:t>mobility</a:t>
            </a:r>
            <a:r>
              <a:rPr dirty="0" spc="-330">
                <a:solidFill>
                  <a:srgbClr val="F4F7FB"/>
                </a:solidFill>
              </a:rPr>
              <a:t> </a:t>
            </a:r>
            <a:r>
              <a:rPr dirty="0" spc="165">
                <a:solidFill>
                  <a:srgbClr val="F4F7FB"/>
                </a:solidFill>
              </a:rPr>
              <a:t>is</a:t>
            </a:r>
            <a:r>
              <a:rPr dirty="0" spc="-290">
                <a:solidFill>
                  <a:srgbClr val="F4F7FB"/>
                </a:solidFill>
              </a:rPr>
              <a:t> </a:t>
            </a:r>
            <a:r>
              <a:rPr dirty="0" spc="-90">
                <a:solidFill>
                  <a:srgbClr val="F4F7FB"/>
                </a:solidFill>
              </a:rPr>
              <a:t>under</a:t>
            </a:r>
            <a:r>
              <a:rPr dirty="0" spc="-260">
                <a:solidFill>
                  <a:srgbClr val="F4F7FB"/>
                </a:solidFill>
              </a:rPr>
              <a:t> </a:t>
            </a:r>
            <a:r>
              <a:rPr dirty="0" spc="-10">
                <a:solidFill>
                  <a:srgbClr val="F4F7FB"/>
                </a:solidFill>
              </a:rPr>
              <a:t>pressure</a:t>
            </a:r>
          </a:p>
        </p:txBody>
      </p:sp>
      <p:sp>
        <p:nvSpPr>
          <p:cNvPr id="8" name="object 8"/>
          <p:cNvSpPr/>
          <p:nvPr/>
        </p:nvSpPr>
        <p:spPr>
          <a:xfrm>
            <a:off x="914400" y="1695450"/>
            <a:ext cx="16459200" cy="0"/>
          </a:xfrm>
          <a:custGeom>
            <a:avLst/>
            <a:gdLst/>
            <a:ahLst/>
            <a:cxnLst/>
            <a:rect l="l" t="t" r="r" b="b"/>
            <a:pathLst>
              <a:path w="16459200" h="0">
                <a:moveTo>
                  <a:pt x="0" y="0"/>
                </a:moveTo>
                <a:lnTo>
                  <a:pt x="16459198" y="0"/>
                </a:lnTo>
              </a:path>
            </a:pathLst>
          </a:custGeom>
          <a:ln w="19049">
            <a:solidFill>
              <a:srgbClr val="0F25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01700" y="2439034"/>
            <a:ext cx="321945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40" b="1">
                <a:solidFill>
                  <a:srgbClr val="65D9FF"/>
                </a:solidFill>
                <a:latin typeface="Arial"/>
                <a:cs typeface="Arial"/>
              </a:rPr>
              <a:t>01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97049" y="2125715"/>
            <a:ext cx="4523105" cy="980440"/>
          </a:xfrm>
          <a:prstGeom prst="rect">
            <a:avLst/>
          </a:prstGeom>
        </p:spPr>
        <p:txBody>
          <a:bodyPr wrap="square" lIns="0" tIns="187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dirty="0" sz="2800" b="1">
                <a:solidFill>
                  <a:srgbClr val="F4F7FB"/>
                </a:solidFill>
                <a:latin typeface="Trebuchet MS"/>
                <a:cs typeface="Trebuchet MS"/>
              </a:rPr>
              <a:t>Hours</a:t>
            </a:r>
            <a:r>
              <a:rPr dirty="0" sz="2800" spc="85" b="1">
                <a:solidFill>
                  <a:srgbClr val="F4F7FB"/>
                </a:solidFill>
                <a:latin typeface="Trebuchet MS"/>
                <a:cs typeface="Trebuchet MS"/>
              </a:rPr>
              <a:t> </a:t>
            </a:r>
            <a:r>
              <a:rPr dirty="0" sz="2800" spc="-20" b="1">
                <a:solidFill>
                  <a:srgbClr val="F4F7FB"/>
                </a:solidFill>
                <a:latin typeface="Trebuchet MS"/>
                <a:cs typeface="Trebuchet MS"/>
              </a:rPr>
              <a:t>lost</a:t>
            </a:r>
            <a:endParaRPr sz="2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650" spc="60">
                <a:solidFill>
                  <a:srgbClr val="B8C7D8"/>
                </a:solidFill>
                <a:latin typeface="Trebuchet MS"/>
                <a:cs typeface="Trebuchet MS"/>
              </a:rPr>
              <a:t>Congestion</a:t>
            </a:r>
            <a:r>
              <a:rPr dirty="0" sz="1650" spc="-40">
                <a:solidFill>
                  <a:srgbClr val="B8C7D8"/>
                </a:solidFill>
                <a:latin typeface="Trebuchet MS"/>
                <a:cs typeface="Trebuchet MS"/>
              </a:rPr>
              <a:t> </a:t>
            </a:r>
            <a:r>
              <a:rPr dirty="0" sz="1650" spc="90">
                <a:solidFill>
                  <a:srgbClr val="B8C7D8"/>
                </a:solidFill>
                <a:latin typeface="Trebuchet MS"/>
                <a:cs typeface="Trebuchet MS"/>
              </a:rPr>
              <a:t>compounds</a:t>
            </a:r>
            <a:r>
              <a:rPr dirty="0" sz="1650" spc="-40">
                <a:solidFill>
                  <a:srgbClr val="B8C7D8"/>
                </a:solidFill>
                <a:latin typeface="Trebuchet MS"/>
                <a:cs typeface="Trebuchet MS"/>
              </a:rPr>
              <a:t> </a:t>
            </a:r>
            <a:r>
              <a:rPr dirty="0" sz="1650" spc="50">
                <a:solidFill>
                  <a:srgbClr val="B8C7D8"/>
                </a:solidFill>
                <a:latin typeface="Trebuchet MS"/>
                <a:cs typeface="Trebuchet MS"/>
              </a:rPr>
              <a:t>delays</a:t>
            </a:r>
            <a:r>
              <a:rPr dirty="0" sz="1650" spc="-40">
                <a:solidFill>
                  <a:srgbClr val="B8C7D8"/>
                </a:solidFill>
                <a:latin typeface="Trebuchet MS"/>
                <a:cs typeface="Trebuchet MS"/>
              </a:rPr>
              <a:t> </a:t>
            </a:r>
            <a:r>
              <a:rPr dirty="0" sz="1650" spc="55">
                <a:solidFill>
                  <a:srgbClr val="B8C7D8"/>
                </a:solidFill>
                <a:latin typeface="Trebuchet MS"/>
                <a:cs typeface="Trebuchet MS"/>
              </a:rPr>
              <a:t>and</a:t>
            </a:r>
            <a:r>
              <a:rPr dirty="0" sz="1650" spc="-40">
                <a:solidFill>
                  <a:srgbClr val="B8C7D8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B8C7D8"/>
                </a:solidFill>
                <a:latin typeface="Trebuchet MS"/>
                <a:cs typeface="Trebuchet MS"/>
              </a:rPr>
              <a:t>emissions.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1700" y="4058284"/>
            <a:ext cx="377825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265" b="1">
                <a:solidFill>
                  <a:srgbClr val="65D9FF"/>
                </a:solidFill>
                <a:latin typeface="Arial"/>
                <a:cs typeface="Arial"/>
              </a:rPr>
              <a:t>02</a:t>
            </a:r>
            <a:endParaRPr sz="19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97049" y="3744966"/>
            <a:ext cx="3880485" cy="980440"/>
          </a:xfrm>
          <a:prstGeom prst="rect">
            <a:avLst/>
          </a:prstGeom>
        </p:spPr>
        <p:txBody>
          <a:bodyPr wrap="square" lIns="0" tIns="187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dirty="0" sz="2800" spc="155" b="1">
                <a:solidFill>
                  <a:srgbClr val="F4F7FB"/>
                </a:solidFill>
                <a:latin typeface="Trebuchet MS"/>
                <a:cs typeface="Trebuchet MS"/>
              </a:rPr>
              <a:t>Slow</a:t>
            </a:r>
            <a:r>
              <a:rPr dirty="0" sz="2800" spc="-265" b="1">
                <a:solidFill>
                  <a:srgbClr val="F4F7FB"/>
                </a:solidFill>
                <a:latin typeface="Trebuchet MS"/>
                <a:cs typeface="Trebuchet MS"/>
              </a:rPr>
              <a:t> </a:t>
            </a:r>
            <a:r>
              <a:rPr dirty="0" sz="2800" spc="-10" b="1">
                <a:solidFill>
                  <a:srgbClr val="F4F7FB"/>
                </a:solidFill>
                <a:latin typeface="Trebuchet MS"/>
                <a:cs typeface="Trebuchet MS"/>
              </a:rPr>
              <a:t>response</a:t>
            </a:r>
            <a:endParaRPr sz="2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650" spc="65">
                <a:solidFill>
                  <a:srgbClr val="B8C7D8"/>
                </a:solidFill>
                <a:latin typeface="Trebuchet MS"/>
                <a:cs typeface="Trebuchet MS"/>
              </a:rPr>
              <a:t>Accidents</a:t>
            </a:r>
            <a:r>
              <a:rPr dirty="0" sz="1650" spc="50">
                <a:solidFill>
                  <a:srgbClr val="B8C7D8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B8C7D8"/>
                </a:solidFill>
                <a:latin typeface="Trebuchet MS"/>
                <a:cs typeface="Trebuchet MS"/>
              </a:rPr>
              <a:t>escalate</a:t>
            </a:r>
            <a:r>
              <a:rPr dirty="0" sz="1650" spc="55">
                <a:solidFill>
                  <a:srgbClr val="B8C7D8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B8C7D8"/>
                </a:solidFill>
                <a:latin typeface="Trebuchet MS"/>
                <a:cs typeface="Trebuchet MS"/>
              </a:rPr>
              <a:t>before</a:t>
            </a:r>
            <a:r>
              <a:rPr dirty="0" sz="1650" spc="55">
                <a:solidFill>
                  <a:srgbClr val="B8C7D8"/>
                </a:solidFill>
                <a:latin typeface="Trebuchet MS"/>
                <a:cs typeface="Trebuchet MS"/>
              </a:rPr>
              <a:t> </a:t>
            </a:r>
            <a:r>
              <a:rPr dirty="0" sz="1650" spc="60">
                <a:solidFill>
                  <a:srgbClr val="B8C7D8"/>
                </a:solidFill>
                <a:latin typeface="Trebuchet MS"/>
                <a:cs typeface="Trebuchet MS"/>
              </a:rPr>
              <a:t>teams</a:t>
            </a:r>
            <a:r>
              <a:rPr dirty="0" sz="1650" spc="55">
                <a:solidFill>
                  <a:srgbClr val="B8C7D8"/>
                </a:solidFill>
                <a:latin typeface="Trebuchet MS"/>
                <a:cs typeface="Trebuchet MS"/>
              </a:rPr>
              <a:t> </a:t>
            </a:r>
            <a:r>
              <a:rPr dirty="0" sz="1650" spc="-35">
                <a:solidFill>
                  <a:srgbClr val="B8C7D8"/>
                </a:solidFill>
                <a:latin typeface="Trebuchet MS"/>
                <a:cs typeface="Trebuchet MS"/>
              </a:rPr>
              <a:t>arrive.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01700" y="5677535"/>
            <a:ext cx="383540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285" b="1">
                <a:solidFill>
                  <a:srgbClr val="65D9FF"/>
                </a:solidFill>
                <a:latin typeface="Arial"/>
                <a:cs typeface="Arial"/>
              </a:rPr>
              <a:t>03</a:t>
            </a:r>
            <a:endParaRPr sz="19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97049" y="5364217"/>
            <a:ext cx="4019550" cy="980440"/>
          </a:xfrm>
          <a:prstGeom prst="rect">
            <a:avLst/>
          </a:prstGeom>
        </p:spPr>
        <p:txBody>
          <a:bodyPr wrap="square" lIns="0" tIns="187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dirty="0" sz="2800" b="1">
                <a:solidFill>
                  <a:srgbClr val="F4F7FB"/>
                </a:solidFill>
                <a:latin typeface="Trebuchet MS"/>
                <a:cs typeface="Trebuchet MS"/>
              </a:rPr>
              <a:t>Blind</a:t>
            </a:r>
            <a:r>
              <a:rPr dirty="0" sz="2800" spc="30" b="1">
                <a:solidFill>
                  <a:srgbClr val="F4F7FB"/>
                </a:solidFill>
                <a:latin typeface="Trebuchet MS"/>
                <a:cs typeface="Trebuchet MS"/>
              </a:rPr>
              <a:t> </a:t>
            </a:r>
            <a:r>
              <a:rPr dirty="0" sz="2800" spc="75" b="1">
                <a:solidFill>
                  <a:srgbClr val="F4F7FB"/>
                </a:solidFill>
                <a:latin typeface="Trebuchet MS"/>
                <a:cs typeface="Trebuchet MS"/>
              </a:rPr>
              <a:t>signals</a:t>
            </a:r>
            <a:endParaRPr sz="2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650">
                <a:solidFill>
                  <a:srgbClr val="B8C7D8"/>
                </a:solidFill>
                <a:latin typeface="Trebuchet MS"/>
                <a:cs typeface="Trebuchet MS"/>
              </a:rPr>
              <a:t>Static</a:t>
            </a:r>
            <a:r>
              <a:rPr dirty="0" sz="1650" spc="75">
                <a:solidFill>
                  <a:srgbClr val="B8C7D8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B8C7D8"/>
                </a:solidFill>
                <a:latin typeface="Trebuchet MS"/>
                <a:cs typeface="Trebuchet MS"/>
              </a:rPr>
              <a:t>timing</a:t>
            </a:r>
            <a:r>
              <a:rPr dirty="0" sz="1650" spc="75">
                <a:solidFill>
                  <a:srgbClr val="B8C7D8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B8C7D8"/>
                </a:solidFill>
                <a:latin typeface="Trebuchet MS"/>
                <a:cs typeface="Trebuchet MS"/>
              </a:rPr>
              <a:t>ignores</a:t>
            </a:r>
            <a:r>
              <a:rPr dirty="0" sz="1650" spc="75">
                <a:solidFill>
                  <a:srgbClr val="B8C7D8"/>
                </a:solidFill>
                <a:latin typeface="Trebuchet MS"/>
                <a:cs typeface="Trebuchet MS"/>
              </a:rPr>
              <a:t> </a:t>
            </a:r>
            <a:r>
              <a:rPr dirty="0" sz="1650" spc="-25">
                <a:solidFill>
                  <a:srgbClr val="B8C7D8"/>
                </a:solidFill>
                <a:latin typeface="Trebuchet MS"/>
                <a:cs typeface="Trebuchet MS"/>
              </a:rPr>
              <a:t>live</a:t>
            </a:r>
            <a:r>
              <a:rPr dirty="0" sz="1650" spc="75">
                <a:solidFill>
                  <a:srgbClr val="B8C7D8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B8C7D8"/>
                </a:solidFill>
                <a:latin typeface="Trebuchet MS"/>
                <a:cs typeface="Trebuchet MS"/>
              </a:rPr>
              <a:t>road</a:t>
            </a:r>
            <a:r>
              <a:rPr dirty="0" sz="1650" spc="75">
                <a:solidFill>
                  <a:srgbClr val="B8C7D8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B8C7D8"/>
                </a:solidFill>
                <a:latin typeface="Trebuchet MS"/>
                <a:cs typeface="Trebuchet MS"/>
              </a:rPr>
              <a:t>conditions.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01700" y="7296784"/>
            <a:ext cx="394970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330" b="1">
                <a:solidFill>
                  <a:srgbClr val="65D9FF"/>
                </a:solidFill>
                <a:latin typeface="Arial"/>
                <a:cs typeface="Arial"/>
              </a:rPr>
              <a:t>04</a:t>
            </a:r>
            <a:endParaRPr sz="19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97049" y="6983465"/>
            <a:ext cx="4272280" cy="980440"/>
          </a:xfrm>
          <a:prstGeom prst="rect">
            <a:avLst/>
          </a:prstGeom>
        </p:spPr>
        <p:txBody>
          <a:bodyPr wrap="square" lIns="0" tIns="187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dirty="0" sz="2800" spc="125" b="1">
                <a:solidFill>
                  <a:srgbClr val="F4F7FB"/>
                </a:solidFill>
                <a:latin typeface="Trebuchet MS"/>
                <a:cs typeface="Trebuchet MS"/>
              </a:rPr>
              <a:t>No</a:t>
            </a:r>
            <a:r>
              <a:rPr dirty="0" sz="2800" spc="-120" b="1">
                <a:solidFill>
                  <a:srgbClr val="F4F7FB"/>
                </a:solidFill>
                <a:latin typeface="Trebuchet MS"/>
                <a:cs typeface="Trebuchet MS"/>
              </a:rPr>
              <a:t> </a:t>
            </a:r>
            <a:r>
              <a:rPr dirty="0" sz="2800" spc="-10" b="1">
                <a:solidFill>
                  <a:srgbClr val="F4F7FB"/>
                </a:solidFill>
                <a:latin typeface="Trebuchet MS"/>
                <a:cs typeface="Trebuchet MS"/>
              </a:rPr>
              <a:t>foresight</a:t>
            </a:r>
            <a:endParaRPr sz="2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650">
                <a:solidFill>
                  <a:srgbClr val="B8C7D8"/>
                </a:solidFill>
                <a:latin typeface="Trebuchet MS"/>
                <a:cs typeface="Trebuchet MS"/>
              </a:rPr>
              <a:t>Cities</a:t>
            </a:r>
            <a:r>
              <a:rPr dirty="0" sz="1650" spc="100">
                <a:solidFill>
                  <a:srgbClr val="B8C7D8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B8C7D8"/>
                </a:solidFill>
                <a:latin typeface="Trebuchet MS"/>
                <a:cs typeface="Trebuchet MS"/>
              </a:rPr>
              <a:t>react</a:t>
            </a:r>
            <a:r>
              <a:rPr dirty="0" sz="1650" spc="100">
                <a:solidFill>
                  <a:srgbClr val="B8C7D8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B8C7D8"/>
                </a:solidFill>
                <a:latin typeface="Trebuchet MS"/>
                <a:cs typeface="Trebuchet MS"/>
              </a:rPr>
              <a:t>instead</a:t>
            </a:r>
            <a:r>
              <a:rPr dirty="0" sz="1650" spc="105">
                <a:solidFill>
                  <a:srgbClr val="B8C7D8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B8C7D8"/>
                </a:solidFill>
                <a:latin typeface="Trebuchet MS"/>
                <a:cs typeface="Trebuchet MS"/>
              </a:rPr>
              <a:t>of</a:t>
            </a:r>
            <a:r>
              <a:rPr dirty="0" sz="1650" spc="100">
                <a:solidFill>
                  <a:srgbClr val="B8C7D8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B8C7D8"/>
                </a:solidFill>
                <a:latin typeface="Trebuchet MS"/>
                <a:cs typeface="Trebuchet MS"/>
              </a:rPr>
              <a:t>anticipating</a:t>
            </a:r>
            <a:r>
              <a:rPr dirty="0" sz="1650" spc="105">
                <a:solidFill>
                  <a:srgbClr val="B8C7D8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B8C7D8"/>
                </a:solidFill>
                <a:latin typeface="Trebuchet MS"/>
                <a:cs typeface="Trebuchet MS"/>
              </a:rPr>
              <a:t>demand.</a:t>
            </a:r>
            <a:endParaRPr sz="16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522605"/>
            <a:ext cx="179070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5" b="1">
                <a:solidFill>
                  <a:srgbClr val="26A6FF"/>
                </a:solidFill>
                <a:latin typeface="Arial"/>
                <a:cs typeface="Arial"/>
              </a:rPr>
              <a:t>S</a:t>
            </a:r>
            <a:r>
              <a:rPr dirty="0" sz="1350" spc="-19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55" b="1">
                <a:solidFill>
                  <a:srgbClr val="26A6FF"/>
                </a:solidFill>
                <a:latin typeface="Arial"/>
                <a:cs typeface="Arial"/>
              </a:rPr>
              <a:t>M</a:t>
            </a:r>
            <a:r>
              <a:rPr dirty="0" sz="1350" spc="-18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-35" b="1">
                <a:solidFill>
                  <a:srgbClr val="26A6FF"/>
                </a:solidFill>
                <a:latin typeface="Arial"/>
                <a:cs typeface="Arial"/>
              </a:rPr>
              <a:t>A</a:t>
            </a:r>
            <a:r>
              <a:rPr dirty="0" sz="1350" spc="-18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-145" b="1">
                <a:solidFill>
                  <a:srgbClr val="26A6FF"/>
                </a:solidFill>
                <a:latin typeface="Arial"/>
                <a:cs typeface="Arial"/>
              </a:rPr>
              <a:t>R</a:t>
            </a:r>
            <a:r>
              <a:rPr dirty="0" sz="1350" spc="-19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-40" b="1">
                <a:solidFill>
                  <a:srgbClr val="26A6FF"/>
                </a:solidFill>
                <a:latin typeface="Arial"/>
                <a:cs typeface="Arial"/>
              </a:rPr>
              <a:t>T</a:t>
            </a:r>
            <a:r>
              <a:rPr dirty="0" sz="1350" spc="-18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-90" b="1">
                <a:solidFill>
                  <a:srgbClr val="26A6FF"/>
                </a:solidFill>
                <a:latin typeface="Arial"/>
                <a:cs typeface="Arial"/>
              </a:rPr>
              <a:t>F</a:t>
            </a:r>
            <a:r>
              <a:rPr dirty="0" sz="1350" spc="-18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-90" b="1">
                <a:solidFill>
                  <a:srgbClr val="26A6FF"/>
                </a:solidFill>
                <a:latin typeface="Arial"/>
                <a:cs typeface="Arial"/>
              </a:rPr>
              <a:t>L</a:t>
            </a:r>
            <a:r>
              <a:rPr dirty="0" sz="1350" spc="-18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26A6FF"/>
                </a:solidFill>
                <a:latin typeface="Arial"/>
                <a:cs typeface="Arial"/>
              </a:rPr>
              <a:t>O</a:t>
            </a:r>
            <a:r>
              <a:rPr dirty="0" sz="1350" spc="-19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75" b="1">
                <a:solidFill>
                  <a:srgbClr val="26A6FF"/>
                </a:solidFill>
                <a:latin typeface="Arial"/>
                <a:cs typeface="Arial"/>
              </a:rPr>
              <a:t>W</a:t>
            </a:r>
            <a:r>
              <a:rPr dirty="0" sz="1350" spc="33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190" b="1">
                <a:solidFill>
                  <a:srgbClr val="26A6FF"/>
                </a:solidFill>
                <a:latin typeface="Arial"/>
                <a:cs typeface="Arial"/>
              </a:rPr>
              <a:t>/</a:t>
            </a:r>
            <a:r>
              <a:rPr dirty="0" sz="1350" spc="33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175" b="1">
                <a:solidFill>
                  <a:srgbClr val="26A6FF"/>
                </a:solidFill>
                <a:latin typeface="Arial"/>
                <a:cs typeface="Arial"/>
              </a:rPr>
              <a:t>02</a:t>
            </a:r>
            <a:endParaRPr sz="13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01699" y="781227"/>
            <a:ext cx="7728584" cy="7461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75"/>
              <a:t>One</a:t>
            </a:r>
            <a:r>
              <a:rPr dirty="0" spc="-355"/>
              <a:t> </a:t>
            </a:r>
            <a:r>
              <a:rPr dirty="0" spc="-65"/>
              <a:t>intelligent</a:t>
            </a:r>
            <a:r>
              <a:rPr dirty="0" spc="-290"/>
              <a:t> </a:t>
            </a:r>
            <a:r>
              <a:rPr dirty="0" spc="-40"/>
              <a:t>control</a:t>
            </a:r>
            <a:r>
              <a:rPr dirty="0" spc="-175"/>
              <a:t> </a:t>
            </a:r>
            <a:r>
              <a:rPr dirty="0" spc="-50"/>
              <a:t>layer</a:t>
            </a:r>
          </a:p>
        </p:txBody>
      </p:sp>
      <p:sp>
        <p:nvSpPr>
          <p:cNvPr id="4" name="object 4"/>
          <p:cNvSpPr/>
          <p:nvPr/>
        </p:nvSpPr>
        <p:spPr>
          <a:xfrm>
            <a:off x="914400" y="1695450"/>
            <a:ext cx="16459200" cy="0"/>
          </a:xfrm>
          <a:custGeom>
            <a:avLst/>
            <a:gdLst/>
            <a:ahLst/>
            <a:cxnLst/>
            <a:rect l="l" t="t" r="r" b="b"/>
            <a:pathLst>
              <a:path w="16459200" h="0">
                <a:moveTo>
                  <a:pt x="0" y="0"/>
                </a:moveTo>
                <a:lnTo>
                  <a:pt x="16459198" y="0"/>
                </a:lnTo>
              </a:path>
            </a:pathLst>
          </a:custGeom>
          <a:ln w="19049">
            <a:solidFill>
              <a:srgbClr val="CCDA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52499" y="2857499"/>
            <a:ext cx="2476500" cy="990600"/>
          </a:xfrm>
          <a:custGeom>
            <a:avLst/>
            <a:gdLst/>
            <a:ahLst/>
            <a:cxnLst/>
            <a:rect l="l" t="t" r="r" b="b"/>
            <a:pathLst>
              <a:path w="2476500" h="990600">
                <a:moveTo>
                  <a:pt x="2324099" y="990599"/>
                </a:moveTo>
                <a:lnTo>
                  <a:pt x="152399" y="990599"/>
                </a:lnTo>
                <a:lnTo>
                  <a:pt x="104229" y="982830"/>
                </a:lnTo>
                <a:lnTo>
                  <a:pt x="62394" y="961195"/>
                </a:lnTo>
                <a:lnTo>
                  <a:pt x="29404" y="928205"/>
                </a:lnTo>
                <a:lnTo>
                  <a:pt x="7769" y="886370"/>
                </a:lnTo>
                <a:lnTo>
                  <a:pt x="0" y="838199"/>
                </a:lnTo>
                <a:lnTo>
                  <a:pt x="0" y="152399"/>
                </a:lnTo>
                <a:lnTo>
                  <a:pt x="7769" y="104229"/>
                </a:lnTo>
                <a:lnTo>
                  <a:pt x="29404" y="62394"/>
                </a:lnTo>
                <a:lnTo>
                  <a:pt x="62394" y="29404"/>
                </a:lnTo>
                <a:lnTo>
                  <a:pt x="104229" y="7769"/>
                </a:lnTo>
                <a:lnTo>
                  <a:pt x="152399" y="0"/>
                </a:lnTo>
                <a:lnTo>
                  <a:pt x="2324099" y="0"/>
                </a:lnTo>
                <a:lnTo>
                  <a:pt x="2372270" y="7769"/>
                </a:lnTo>
                <a:lnTo>
                  <a:pt x="2414105" y="29404"/>
                </a:lnTo>
                <a:lnTo>
                  <a:pt x="2447095" y="62394"/>
                </a:lnTo>
                <a:lnTo>
                  <a:pt x="2468730" y="104229"/>
                </a:lnTo>
                <a:lnTo>
                  <a:pt x="2476499" y="152399"/>
                </a:lnTo>
                <a:lnTo>
                  <a:pt x="2476499" y="838199"/>
                </a:lnTo>
                <a:lnTo>
                  <a:pt x="2468730" y="886370"/>
                </a:lnTo>
                <a:lnTo>
                  <a:pt x="2447095" y="928205"/>
                </a:lnTo>
                <a:lnTo>
                  <a:pt x="2414105" y="961195"/>
                </a:lnTo>
                <a:lnTo>
                  <a:pt x="2372270" y="982830"/>
                </a:lnTo>
                <a:lnTo>
                  <a:pt x="2324099" y="990599"/>
                </a:lnTo>
                <a:close/>
              </a:path>
            </a:pathLst>
          </a:custGeom>
          <a:solidFill>
            <a:srgbClr val="E2EC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627088" y="3187700"/>
            <a:ext cx="11277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0" b="1">
                <a:solidFill>
                  <a:srgbClr val="0F2137"/>
                </a:solidFill>
                <a:latin typeface="Arial"/>
                <a:cs typeface="Arial"/>
              </a:rPr>
              <a:t>CAMERAS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190397" y="2857499"/>
            <a:ext cx="6573520" cy="2487930"/>
            <a:chOff x="2190397" y="2857499"/>
            <a:chExt cx="6573520" cy="2487930"/>
          </a:xfrm>
        </p:grpSpPr>
        <p:sp>
          <p:nvSpPr>
            <p:cNvPr id="8" name="object 8"/>
            <p:cNvSpPr/>
            <p:nvPr/>
          </p:nvSpPr>
          <p:spPr>
            <a:xfrm>
              <a:off x="2204684" y="3851259"/>
              <a:ext cx="6544945" cy="1480185"/>
            </a:xfrm>
            <a:custGeom>
              <a:avLst/>
              <a:gdLst/>
              <a:ahLst/>
              <a:cxnLst/>
              <a:rect l="l" t="t" r="r" b="b"/>
              <a:pathLst>
                <a:path w="6544945" h="1480185">
                  <a:moveTo>
                    <a:pt x="0" y="0"/>
                  </a:moveTo>
                  <a:lnTo>
                    <a:pt x="6544378" y="1479598"/>
                  </a:lnTo>
                </a:path>
              </a:pathLst>
            </a:custGeom>
            <a:ln w="28574">
              <a:solidFill>
                <a:srgbClr val="26A6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381499" y="2857499"/>
              <a:ext cx="2476500" cy="990600"/>
            </a:xfrm>
            <a:custGeom>
              <a:avLst/>
              <a:gdLst/>
              <a:ahLst/>
              <a:cxnLst/>
              <a:rect l="l" t="t" r="r" b="b"/>
              <a:pathLst>
                <a:path w="2476500" h="990600">
                  <a:moveTo>
                    <a:pt x="2324099" y="990599"/>
                  </a:moveTo>
                  <a:lnTo>
                    <a:pt x="152399" y="990599"/>
                  </a:lnTo>
                  <a:lnTo>
                    <a:pt x="104229" y="982830"/>
                  </a:lnTo>
                  <a:lnTo>
                    <a:pt x="62394" y="961195"/>
                  </a:lnTo>
                  <a:lnTo>
                    <a:pt x="29404" y="928205"/>
                  </a:lnTo>
                  <a:lnTo>
                    <a:pt x="7769" y="886370"/>
                  </a:lnTo>
                  <a:lnTo>
                    <a:pt x="0" y="838199"/>
                  </a:lnTo>
                  <a:lnTo>
                    <a:pt x="0" y="152399"/>
                  </a:ln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399" y="0"/>
                  </a:lnTo>
                  <a:lnTo>
                    <a:pt x="2324099" y="0"/>
                  </a:lnTo>
                  <a:lnTo>
                    <a:pt x="2372270" y="7769"/>
                  </a:lnTo>
                  <a:lnTo>
                    <a:pt x="2414105" y="29404"/>
                  </a:lnTo>
                  <a:lnTo>
                    <a:pt x="2447095" y="62394"/>
                  </a:lnTo>
                  <a:lnTo>
                    <a:pt x="2468730" y="104229"/>
                  </a:lnTo>
                  <a:lnTo>
                    <a:pt x="2476499" y="152399"/>
                  </a:lnTo>
                  <a:lnTo>
                    <a:pt x="2476499" y="838199"/>
                  </a:lnTo>
                  <a:lnTo>
                    <a:pt x="2468730" y="886370"/>
                  </a:lnTo>
                  <a:lnTo>
                    <a:pt x="2447095" y="928205"/>
                  </a:lnTo>
                  <a:lnTo>
                    <a:pt x="2414105" y="961195"/>
                  </a:lnTo>
                  <a:lnTo>
                    <a:pt x="2372270" y="982830"/>
                  </a:lnTo>
                  <a:lnTo>
                    <a:pt x="2324099" y="990599"/>
                  </a:lnTo>
                  <a:close/>
                </a:path>
              </a:pathLst>
            </a:custGeom>
            <a:solidFill>
              <a:srgbClr val="E2EC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4835673" y="3187700"/>
            <a:ext cx="15684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90" b="1">
                <a:solidFill>
                  <a:srgbClr val="0F2137"/>
                </a:solidFill>
                <a:latin typeface="Arial"/>
                <a:cs typeface="Arial"/>
              </a:rPr>
              <a:t>GPS</a:t>
            </a:r>
            <a:r>
              <a:rPr dirty="0" sz="1800" spc="-60" b="1">
                <a:solidFill>
                  <a:srgbClr val="0F2137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F2137"/>
                </a:solidFill>
                <a:latin typeface="Arial"/>
                <a:cs typeface="Arial"/>
              </a:rPr>
              <a:t>+</a:t>
            </a:r>
            <a:r>
              <a:rPr dirty="0" sz="1800" spc="-55" b="1">
                <a:solidFill>
                  <a:srgbClr val="0F2137"/>
                </a:solidFill>
                <a:latin typeface="Arial"/>
                <a:cs typeface="Arial"/>
              </a:rPr>
              <a:t> </a:t>
            </a:r>
            <a:r>
              <a:rPr dirty="0" sz="1800" spc="-50" b="1">
                <a:solidFill>
                  <a:srgbClr val="0F2137"/>
                </a:solidFill>
                <a:latin typeface="Arial"/>
                <a:cs typeface="Arial"/>
              </a:rPr>
              <a:t>MOBILE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618372" y="2857499"/>
            <a:ext cx="4669155" cy="2484755"/>
            <a:chOff x="5618372" y="2857499"/>
            <a:chExt cx="4669155" cy="2484755"/>
          </a:xfrm>
        </p:grpSpPr>
        <p:sp>
          <p:nvSpPr>
            <p:cNvPr id="12" name="object 12"/>
            <p:cNvSpPr/>
            <p:nvPr/>
          </p:nvSpPr>
          <p:spPr>
            <a:xfrm>
              <a:off x="5632660" y="3854236"/>
              <a:ext cx="3117850" cy="1473835"/>
            </a:xfrm>
            <a:custGeom>
              <a:avLst/>
              <a:gdLst/>
              <a:ahLst/>
              <a:cxnLst/>
              <a:rect l="l" t="t" r="r" b="b"/>
              <a:pathLst>
                <a:path w="3117850" h="1473835">
                  <a:moveTo>
                    <a:pt x="0" y="0"/>
                  </a:moveTo>
                  <a:lnTo>
                    <a:pt x="3117416" y="1473687"/>
                  </a:lnTo>
                </a:path>
              </a:pathLst>
            </a:custGeom>
            <a:ln w="28574">
              <a:solidFill>
                <a:srgbClr val="26A6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810499" y="2857499"/>
              <a:ext cx="2476500" cy="990600"/>
            </a:xfrm>
            <a:custGeom>
              <a:avLst/>
              <a:gdLst/>
              <a:ahLst/>
              <a:cxnLst/>
              <a:rect l="l" t="t" r="r" b="b"/>
              <a:pathLst>
                <a:path w="2476500" h="990600">
                  <a:moveTo>
                    <a:pt x="2324099" y="990599"/>
                  </a:moveTo>
                  <a:lnTo>
                    <a:pt x="152399" y="990599"/>
                  </a:lnTo>
                  <a:lnTo>
                    <a:pt x="104229" y="982830"/>
                  </a:lnTo>
                  <a:lnTo>
                    <a:pt x="62394" y="961195"/>
                  </a:lnTo>
                  <a:lnTo>
                    <a:pt x="29404" y="928205"/>
                  </a:lnTo>
                  <a:lnTo>
                    <a:pt x="7769" y="886370"/>
                  </a:lnTo>
                  <a:lnTo>
                    <a:pt x="0" y="838199"/>
                  </a:lnTo>
                  <a:lnTo>
                    <a:pt x="0" y="152399"/>
                  </a:ln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399" y="0"/>
                  </a:lnTo>
                  <a:lnTo>
                    <a:pt x="2324099" y="0"/>
                  </a:lnTo>
                  <a:lnTo>
                    <a:pt x="2372270" y="7769"/>
                  </a:lnTo>
                  <a:lnTo>
                    <a:pt x="2414105" y="29404"/>
                  </a:lnTo>
                  <a:lnTo>
                    <a:pt x="2447095" y="62394"/>
                  </a:lnTo>
                  <a:lnTo>
                    <a:pt x="2468730" y="104229"/>
                  </a:lnTo>
                  <a:lnTo>
                    <a:pt x="2476499" y="152399"/>
                  </a:lnTo>
                  <a:lnTo>
                    <a:pt x="2476499" y="838199"/>
                  </a:lnTo>
                  <a:lnTo>
                    <a:pt x="2468730" y="886370"/>
                  </a:lnTo>
                  <a:lnTo>
                    <a:pt x="2447095" y="928205"/>
                  </a:lnTo>
                  <a:lnTo>
                    <a:pt x="2414105" y="961195"/>
                  </a:lnTo>
                  <a:lnTo>
                    <a:pt x="2372270" y="982830"/>
                  </a:lnTo>
                  <a:lnTo>
                    <a:pt x="2324099" y="990599"/>
                  </a:lnTo>
                  <a:close/>
                </a:path>
              </a:pathLst>
            </a:custGeom>
            <a:solidFill>
              <a:srgbClr val="E2EC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8488808" y="3187700"/>
            <a:ext cx="11201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0" b="1">
                <a:solidFill>
                  <a:srgbClr val="0F2137"/>
                </a:solidFill>
                <a:latin typeface="Arial"/>
                <a:cs typeface="Arial"/>
              </a:rPr>
              <a:t>WEATHER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751327" y="2857499"/>
            <a:ext cx="4965065" cy="2477135"/>
            <a:chOff x="8751327" y="2857499"/>
            <a:chExt cx="4965065" cy="2477135"/>
          </a:xfrm>
        </p:grpSpPr>
        <p:sp>
          <p:nvSpPr>
            <p:cNvPr id="16" name="object 16"/>
            <p:cNvSpPr/>
            <p:nvPr/>
          </p:nvSpPr>
          <p:spPr>
            <a:xfrm>
              <a:off x="8765614" y="3862198"/>
              <a:ext cx="280670" cy="1457960"/>
            </a:xfrm>
            <a:custGeom>
              <a:avLst/>
              <a:gdLst/>
              <a:ahLst/>
              <a:cxnLst/>
              <a:rect l="l" t="t" r="r" b="b"/>
              <a:pathLst>
                <a:path w="280670" h="1457960">
                  <a:moveTo>
                    <a:pt x="280353" y="0"/>
                  </a:moveTo>
                  <a:lnTo>
                    <a:pt x="0" y="1457839"/>
                  </a:lnTo>
                </a:path>
              </a:pathLst>
            </a:custGeom>
            <a:ln w="28574">
              <a:solidFill>
                <a:srgbClr val="26A6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1239500" y="2857499"/>
              <a:ext cx="2476500" cy="990600"/>
            </a:xfrm>
            <a:custGeom>
              <a:avLst/>
              <a:gdLst/>
              <a:ahLst/>
              <a:cxnLst/>
              <a:rect l="l" t="t" r="r" b="b"/>
              <a:pathLst>
                <a:path w="2476500" h="990600">
                  <a:moveTo>
                    <a:pt x="2324099" y="990599"/>
                  </a:moveTo>
                  <a:lnTo>
                    <a:pt x="152399" y="990599"/>
                  </a:lnTo>
                  <a:lnTo>
                    <a:pt x="104229" y="982830"/>
                  </a:lnTo>
                  <a:lnTo>
                    <a:pt x="62394" y="961195"/>
                  </a:lnTo>
                  <a:lnTo>
                    <a:pt x="29404" y="928205"/>
                  </a:lnTo>
                  <a:lnTo>
                    <a:pt x="7769" y="886370"/>
                  </a:lnTo>
                  <a:lnTo>
                    <a:pt x="0" y="838199"/>
                  </a:lnTo>
                  <a:lnTo>
                    <a:pt x="0" y="152399"/>
                  </a:ln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399" y="0"/>
                  </a:lnTo>
                  <a:lnTo>
                    <a:pt x="2324099" y="0"/>
                  </a:lnTo>
                  <a:lnTo>
                    <a:pt x="2372270" y="7769"/>
                  </a:lnTo>
                  <a:lnTo>
                    <a:pt x="2414105" y="29404"/>
                  </a:lnTo>
                  <a:lnTo>
                    <a:pt x="2447095" y="62394"/>
                  </a:lnTo>
                  <a:lnTo>
                    <a:pt x="2468730" y="104229"/>
                  </a:lnTo>
                  <a:lnTo>
                    <a:pt x="2476499" y="152399"/>
                  </a:lnTo>
                  <a:lnTo>
                    <a:pt x="2476499" y="838199"/>
                  </a:lnTo>
                  <a:lnTo>
                    <a:pt x="2468730" y="886370"/>
                  </a:lnTo>
                  <a:lnTo>
                    <a:pt x="2447095" y="928205"/>
                  </a:lnTo>
                  <a:lnTo>
                    <a:pt x="2414105" y="961195"/>
                  </a:lnTo>
                  <a:lnTo>
                    <a:pt x="2372270" y="982830"/>
                  </a:lnTo>
                  <a:lnTo>
                    <a:pt x="2324099" y="990599"/>
                  </a:lnTo>
                  <a:close/>
                </a:path>
              </a:pathLst>
            </a:custGeom>
            <a:solidFill>
              <a:srgbClr val="E2EC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1599911" y="3187700"/>
            <a:ext cx="17557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5" b="1">
                <a:solidFill>
                  <a:srgbClr val="0F2137"/>
                </a:solidFill>
                <a:latin typeface="Arial"/>
                <a:cs typeface="Arial"/>
              </a:rPr>
              <a:t>ROAD</a:t>
            </a:r>
            <a:r>
              <a:rPr dirty="0" sz="1800" spc="-50" b="1">
                <a:solidFill>
                  <a:srgbClr val="0F2137"/>
                </a:solidFill>
                <a:latin typeface="Arial"/>
                <a:cs typeface="Arial"/>
              </a:rPr>
              <a:t> </a:t>
            </a:r>
            <a:r>
              <a:rPr dirty="0" sz="1800" spc="-95" b="1">
                <a:solidFill>
                  <a:srgbClr val="0F2137"/>
                </a:solidFill>
                <a:latin typeface="Arial"/>
                <a:cs typeface="Arial"/>
              </a:rPr>
              <a:t>SENSORS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238999" y="3839139"/>
            <a:ext cx="5240020" cy="2638425"/>
            <a:chOff x="7238999" y="3839139"/>
            <a:chExt cx="5240020" cy="2638425"/>
          </a:xfrm>
        </p:grpSpPr>
        <p:sp>
          <p:nvSpPr>
            <p:cNvPr id="20" name="object 20"/>
            <p:cNvSpPr/>
            <p:nvPr/>
          </p:nvSpPr>
          <p:spPr>
            <a:xfrm>
              <a:off x="8776159" y="3853426"/>
              <a:ext cx="3688715" cy="1475740"/>
            </a:xfrm>
            <a:custGeom>
              <a:avLst/>
              <a:gdLst/>
              <a:ahLst/>
              <a:cxnLst/>
              <a:rect l="l" t="t" r="r" b="b"/>
              <a:pathLst>
                <a:path w="3688715" h="1475739">
                  <a:moveTo>
                    <a:pt x="3688218" y="0"/>
                  </a:moveTo>
                  <a:lnTo>
                    <a:pt x="0" y="1475287"/>
                  </a:lnTo>
                </a:path>
              </a:pathLst>
            </a:custGeom>
            <a:ln w="28574">
              <a:solidFill>
                <a:srgbClr val="26A6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7238999" y="4762500"/>
              <a:ext cx="3047365" cy="1714500"/>
            </a:xfrm>
            <a:custGeom>
              <a:avLst/>
              <a:gdLst/>
              <a:ahLst/>
              <a:cxnLst/>
              <a:rect l="l" t="t" r="r" b="b"/>
              <a:pathLst>
                <a:path w="3047365" h="1714500">
                  <a:moveTo>
                    <a:pt x="2895599" y="1714499"/>
                  </a:moveTo>
                  <a:lnTo>
                    <a:pt x="152400" y="1714499"/>
                  </a:lnTo>
                  <a:lnTo>
                    <a:pt x="104229" y="1706730"/>
                  </a:lnTo>
                  <a:lnTo>
                    <a:pt x="62394" y="1685095"/>
                  </a:lnTo>
                  <a:lnTo>
                    <a:pt x="29404" y="1652105"/>
                  </a:lnTo>
                  <a:lnTo>
                    <a:pt x="7769" y="1610270"/>
                  </a:lnTo>
                  <a:lnTo>
                    <a:pt x="0" y="1562100"/>
                  </a:lnTo>
                  <a:lnTo>
                    <a:pt x="0" y="152400"/>
                  </a:ln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400" y="0"/>
                  </a:lnTo>
                  <a:lnTo>
                    <a:pt x="2895599" y="0"/>
                  </a:lnTo>
                  <a:lnTo>
                    <a:pt x="2943770" y="7769"/>
                  </a:lnTo>
                  <a:lnTo>
                    <a:pt x="2985605" y="29404"/>
                  </a:lnTo>
                  <a:lnTo>
                    <a:pt x="3018595" y="62394"/>
                  </a:lnTo>
                  <a:lnTo>
                    <a:pt x="3040230" y="104229"/>
                  </a:lnTo>
                  <a:lnTo>
                    <a:pt x="3047255" y="147785"/>
                  </a:lnTo>
                  <a:lnTo>
                    <a:pt x="3047255" y="1566714"/>
                  </a:lnTo>
                  <a:lnTo>
                    <a:pt x="3040230" y="1610270"/>
                  </a:lnTo>
                  <a:lnTo>
                    <a:pt x="3018595" y="1652105"/>
                  </a:lnTo>
                  <a:lnTo>
                    <a:pt x="2985605" y="1685095"/>
                  </a:lnTo>
                  <a:lnTo>
                    <a:pt x="2943770" y="1706730"/>
                  </a:lnTo>
                  <a:lnTo>
                    <a:pt x="2895599" y="1714499"/>
                  </a:lnTo>
                  <a:close/>
                </a:path>
              </a:pathLst>
            </a:custGeom>
            <a:solidFill>
              <a:srgbClr val="26A6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7634684" y="5252720"/>
            <a:ext cx="2256790" cy="654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738505">
              <a:lnSpc>
                <a:spcPct val="114599"/>
              </a:lnSpc>
              <a:spcBef>
                <a:spcPts val="100"/>
              </a:spcBef>
            </a:pPr>
            <a:r>
              <a:rPr dirty="0" sz="1800" spc="-20" b="1">
                <a:solidFill>
                  <a:srgbClr val="F4F7FB"/>
                </a:solidFill>
                <a:latin typeface="Arial"/>
                <a:cs typeface="Arial"/>
              </a:rPr>
              <a:t>AI</a:t>
            </a:r>
            <a:r>
              <a:rPr dirty="0" sz="1800" spc="-90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800" spc="254" b="1">
                <a:solidFill>
                  <a:srgbClr val="F4F7FB"/>
                </a:solidFill>
                <a:latin typeface="Arial"/>
                <a:cs typeface="Arial"/>
              </a:rPr>
              <a:t>/</a:t>
            </a:r>
            <a:r>
              <a:rPr dirty="0" sz="1800" spc="-85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F4F7FB"/>
                </a:solidFill>
                <a:latin typeface="Arial"/>
                <a:cs typeface="Arial"/>
              </a:rPr>
              <a:t>ML </a:t>
            </a:r>
            <a:r>
              <a:rPr dirty="0" sz="1800" spc="-60" b="1">
                <a:solidFill>
                  <a:srgbClr val="F4F7FB"/>
                </a:solidFill>
                <a:latin typeface="Arial"/>
                <a:cs typeface="Arial"/>
              </a:rPr>
              <a:t>PREDICTION</a:t>
            </a:r>
            <a:r>
              <a:rPr dirty="0" sz="1800" spc="-30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800" spc="-65" b="1">
                <a:solidFill>
                  <a:srgbClr val="F4F7FB"/>
                </a:solidFill>
                <a:latin typeface="Arial"/>
                <a:cs typeface="Arial"/>
              </a:rPr>
              <a:t>ENGINE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0306049" y="4572000"/>
            <a:ext cx="6645909" cy="2095500"/>
            <a:chOff x="10306049" y="4572000"/>
            <a:chExt cx="6645909" cy="2095500"/>
          </a:xfrm>
        </p:grpSpPr>
        <p:sp>
          <p:nvSpPr>
            <p:cNvPr id="24" name="object 24"/>
            <p:cNvSpPr/>
            <p:nvPr/>
          </p:nvSpPr>
          <p:spPr>
            <a:xfrm>
              <a:off x="10306049" y="5619749"/>
              <a:ext cx="2533650" cy="0"/>
            </a:xfrm>
            <a:custGeom>
              <a:avLst/>
              <a:gdLst/>
              <a:ahLst/>
              <a:cxnLst/>
              <a:rect l="l" t="t" r="r" b="b"/>
              <a:pathLst>
                <a:path w="2533650" h="0">
                  <a:moveTo>
                    <a:pt x="0" y="0"/>
                  </a:moveTo>
                  <a:lnTo>
                    <a:pt x="2533649" y="0"/>
                  </a:lnTo>
                </a:path>
              </a:pathLst>
            </a:custGeom>
            <a:ln w="38099">
              <a:solidFill>
                <a:srgbClr val="26A6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2858749" y="4572000"/>
              <a:ext cx="4093210" cy="2095500"/>
            </a:xfrm>
            <a:custGeom>
              <a:avLst/>
              <a:gdLst/>
              <a:ahLst/>
              <a:cxnLst/>
              <a:rect l="l" t="t" r="r" b="b"/>
              <a:pathLst>
                <a:path w="4093209" h="2095500">
                  <a:moveTo>
                    <a:pt x="3943349" y="2095499"/>
                  </a:moveTo>
                  <a:lnTo>
                    <a:pt x="152400" y="2095499"/>
                  </a:lnTo>
                  <a:lnTo>
                    <a:pt x="104229" y="2087730"/>
                  </a:lnTo>
                  <a:lnTo>
                    <a:pt x="62394" y="2066095"/>
                  </a:lnTo>
                  <a:lnTo>
                    <a:pt x="29404" y="2033105"/>
                  </a:lnTo>
                  <a:lnTo>
                    <a:pt x="7769" y="1991270"/>
                  </a:lnTo>
                  <a:lnTo>
                    <a:pt x="0" y="1943099"/>
                  </a:lnTo>
                  <a:lnTo>
                    <a:pt x="0" y="152400"/>
                  </a:ln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400" y="0"/>
                  </a:lnTo>
                  <a:lnTo>
                    <a:pt x="3943349" y="0"/>
                  </a:lnTo>
                  <a:lnTo>
                    <a:pt x="3991520" y="7769"/>
                  </a:lnTo>
                  <a:lnTo>
                    <a:pt x="4033355" y="29404"/>
                  </a:lnTo>
                  <a:lnTo>
                    <a:pt x="4066345" y="62394"/>
                  </a:lnTo>
                  <a:lnTo>
                    <a:pt x="4087980" y="104229"/>
                  </a:lnTo>
                  <a:lnTo>
                    <a:pt x="4092773" y="133944"/>
                  </a:lnTo>
                  <a:lnTo>
                    <a:pt x="4092773" y="1961555"/>
                  </a:lnTo>
                  <a:lnTo>
                    <a:pt x="4066345" y="2033105"/>
                  </a:lnTo>
                  <a:lnTo>
                    <a:pt x="4033355" y="2066095"/>
                  </a:lnTo>
                  <a:lnTo>
                    <a:pt x="3991520" y="2087730"/>
                  </a:lnTo>
                  <a:lnTo>
                    <a:pt x="3943349" y="2095499"/>
                  </a:lnTo>
                  <a:close/>
                </a:path>
              </a:pathLst>
            </a:custGeom>
            <a:solidFill>
              <a:srgbClr val="0F253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13587809" y="5100320"/>
            <a:ext cx="2637790" cy="968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1800" spc="-10" b="1">
                <a:solidFill>
                  <a:srgbClr val="F4F7FB"/>
                </a:solidFill>
                <a:latin typeface="Arial"/>
                <a:cs typeface="Arial"/>
              </a:rPr>
              <a:t>DYNAMIC</a:t>
            </a:r>
            <a:r>
              <a:rPr dirty="0" sz="1800" spc="-95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4F7FB"/>
                </a:solidFill>
                <a:latin typeface="Arial"/>
                <a:cs typeface="Arial"/>
              </a:rPr>
              <a:t>SIGNALS </a:t>
            </a:r>
            <a:r>
              <a:rPr dirty="0" sz="1800" spc="-80" b="1">
                <a:solidFill>
                  <a:srgbClr val="F4F7FB"/>
                </a:solidFill>
                <a:latin typeface="Arial"/>
                <a:cs typeface="Arial"/>
              </a:rPr>
              <a:t>EMERGENCY</a:t>
            </a:r>
            <a:r>
              <a:rPr dirty="0" sz="1800" spc="-55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800" spc="-105" b="1">
                <a:solidFill>
                  <a:srgbClr val="F4F7FB"/>
                </a:solidFill>
                <a:latin typeface="Arial"/>
                <a:cs typeface="Arial"/>
              </a:rPr>
              <a:t>RESPONSE </a:t>
            </a:r>
            <a:r>
              <a:rPr dirty="0" sz="1800" spc="-70" b="1">
                <a:solidFill>
                  <a:srgbClr val="F4F7FB"/>
                </a:solidFill>
                <a:latin typeface="Arial"/>
                <a:cs typeface="Arial"/>
              </a:rPr>
              <a:t>LIVE</a:t>
            </a:r>
            <a:r>
              <a:rPr dirty="0" sz="1800" spc="-50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4F7FB"/>
                </a:solidFill>
                <a:latin typeface="Arial"/>
                <a:cs typeface="Arial"/>
              </a:rPr>
              <a:t>DASHBOARD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550245" y="8290718"/>
            <a:ext cx="11187430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 spc="125">
                <a:solidFill>
                  <a:srgbClr val="6D8198"/>
                </a:solidFill>
                <a:latin typeface="Trebuchet MS"/>
                <a:cs typeface="Trebuchet MS"/>
              </a:rPr>
              <a:t>Cloud-</a:t>
            </a:r>
            <a:r>
              <a:rPr dirty="0" sz="2250" spc="120">
                <a:solidFill>
                  <a:srgbClr val="6D8198"/>
                </a:solidFill>
                <a:latin typeface="Trebuchet MS"/>
                <a:cs typeface="Trebuchet MS"/>
              </a:rPr>
              <a:t>based</a:t>
            </a:r>
            <a:r>
              <a:rPr dirty="0" sz="2250" spc="40">
                <a:solidFill>
                  <a:srgbClr val="6D8198"/>
                </a:solidFill>
                <a:latin typeface="Trebuchet MS"/>
                <a:cs typeface="Trebuchet MS"/>
              </a:rPr>
              <a:t> </a:t>
            </a:r>
            <a:r>
              <a:rPr dirty="0" sz="2250" spc="90">
                <a:solidFill>
                  <a:srgbClr val="6D8198"/>
                </a:solidFill>
                <a:latin typeface="Trebuchet MS"/>
                <a:cs typeface="Trebuchet MS"/>
              </a:rPr>
              <a:t>processing</a:t>
            </a:r>
            <a:r>
              <a:rPr dirty="0" sz="2250" spc="45">
                <a:solidFill>
                  <a:srgbClr val="6D8198"/>
                </a:solidFill>
                <a:latin typeface="Trebuchet MS"/>
                <a:cs typeface="Trebuchet MS"/>
              </a:rPr>
              <a:t> </a:t>
            </a:r>
            <a:r>
              <a:rPr dirty="0" sz="2250" spc="50">
                <a:solidFill>
                  <a:srgbClr val="6D8198"/>
                </a:solidFill>
                <a:latin typeface="Trebuchet MS"/>
                <a:cs typeface="Trebuchet MS"/>
              </a:rPr>
              <a:t>turns</a:t>
            </a:r>
            <a:r>
              <a:rPr dirty="0" sz="2250" spc="40">
                <a:solidFill>
                  <a:srgbClr val="6D8198"/>
                </a:solidFill>
                <a:latin typeface="Trebuchet MS"/>
                <a:cs typeface="Trebuchet MS"/>
              </a:rPr>
              <a:t> </a:t>
            </a:r>
            <a:r>
              <a:rPr dirty="0" sz="2250">
                <a:solidFill>
                  <a:srgbClr val="6D8198"/>
                </a:solidFill>
                <a:latin typeface="Trebuchet MS"/>
                <a:cs typeface="Trebuchet MS"/>
              </a:rPr>
              <a:t>fragmented</a:t>
            </a:r>
            <a:r>
              <a:rPr dirty="0" sz="2250" spc="45">
                <a:solidFill>
                  <a:srgbClr val="6D8198"/>
                </a:solidFill>
                <a:latin typeface="Trebuchet MS"/>
                <a:cs typeface="Trebuchet MS"/>
              </a:rPr>
              <a:t> </a:t>
            </a:r>
            <a:r>
              <a:rPr dirty="0" sz="2250" spc="60">
                <a:solidFill>
                  <a:srgbClr val="6D8198"/>
                </a:solidFill>
                <a:latin typeface="Trebuchet MS"/>
                <a:cs typeface="Trebuchet MS"/>
              </a:rPr>
              <a:t>inputs</a:t>
            </a:r>
            <a:r>
              <a:rPr dirty="0" sz="2250" spc="40">
                <a:solidFill>
                  <a:srgbClr val="6D8198"/>
                </a:solidFill>
                <a:latin typeface="Trebuchet MS"/>
                <a:cs typeface="Trebuchet MS"/>
              </a:rPr>
              <a:t> </a:t>
            </a:r>
            <a:r>
              <a:rPr dirty="0" sz="2250">
                <a:solidFill>
                  <a:srgbClr val="6D8198"/>
                </a:solidFill>
                <a:latin typeface="Trebuchet MS"/>
                <a:cs typeface="Trebuchet MS"/>
              </a:rPr>
              <a:t>into</a:t>
            </a:r>
            <a:r>
              <a:rPr dirty="0" sz="2250" spc="45">
                <a:solidFill>
                  <a:srgbClr val="6D8198"/>
                </a:solidFill>
                <a:latin typeface="Trebuchet MS"/>
                <a:cs typeface="Trebuchet MS"/>
              </a:rPr>
              <a:t> </a:t>
            </a:r>
            <a:r>
              <a:rPr dirty="0" sz="2250">
                <a:solidFill>
                  <a:srgbClr val="6D8198"/>
                </a:solidFill>
                <a:latin typeface="Trebuchet MS"/>
                <a:cs typeface="Trebuchet MS"/>
              </a:rPr>
              <a:t>coordinated,</a:t>
            </a:r>
            <a:r>
              <a:rPr dirty="0" sz="2250" spc="45">
                <a:solidFill>
                  <a:srgbClr val="6D8198"/>
                </a:solidFill>
                <a:latin typeface="Trebuchet MS"/>
                <a:cs typeface="Trebuchet MS"/>
              </a:rPr>
              <a:t> </a:t>
            </a:r>
            <a:r>
              <a:rPr dirty="0" sz="2250">
                <a:solidFill>
                  <a:srgbClr val="6D8198"/>
                </a:solidFill>
                <a:latin typeface="Trebuchet MS"/>
                <a:cs typeface="Trebuchet MS"/>
              </a:rPr>
              <a:t>real-time</a:t>
            </a:r>
            <a:r>
              <a:rPr dirty="0" sz="2250" spc="40">
                <a:solidFill>
                  <a:srgbClr val="6D8198"/>
                </a:solidFill>
                <a:latin typeface="Trebuchet MS"/>
                <a:cs typeface="Trebuchet MS"/>
              </a:rPr>
              <a:t> </a:t>
            </a:r>
            <a:r>
              <a:rPr dirty="0" sz="2250" spc="-10">
                <a:solidFill>
                  <a:srgbClr val="6D8198"/>
                </a:solidFill>
                <a:latin typeface="Trebuchet MS"/>
                <a:cs typeface="Trebuchet MS"/>
              </a:rPr>
              <a:t>action.</a:t>
            </a:r>
            <a:endParaRPr sz="22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713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01700" y="522605"/>
            <a:ext cx="179514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5" b="1">
                <a:solidFill>
                  <a:srgbClr val="65D9FF"/>
                </a:solidFill>
                <a:latin typeface="Arial"/>
                <a:cs typeface="Arial"/>
              </a:rPr>
              <a:t>S</a:t>
            </a:r>
            <a:r>
              <a:rPr dirty="0" sz="1350" spc="-190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350" spc="55" b="1">
                <a:solidFill>
                  <a:srgbClr val="65D9FF"/>
                </a:solidFill>
                <a:latin typeface="Arial"/>
                <a:cs typeface="Arial"/>
              </a:rPr>
              <a:t>M</a:t>
            </a:r>
            <a:r>
              <a:rPr dirty="0" sz="1350" spc="-18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350" spc="-35" b="1">
                <a:solidFill>
                  <a:srgbClr val="65D9FF"/>
                </a:solidFill>
                <a:latin typeface="Arial"/>
                <a:cs typeface="Arial"/>
              </a:rPr>
              <a:t>A</a:t>
            </a:r>
            <a:r>
              <a:rPr dirty="0" sz="1350" spc="-18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350" spc="-145" b="1">
                <a:solidFill>
                  <a:srgbClr val="65D9FF"/>
                </a:solidFill>
                <a:latin typeface="Arial"/>
                <a:cs typeface="Arial"/>
              </a:rPr>
              <a:t>R</a:t>
            </a:r>
            <a:r>
              <a:rPr dirty="0" sz="1350" spc="-190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350" spc="-40" b="1">
                <a:solidFill>
                  <a:srgbClr val="65D9FF"/>
                </a:solidFill>
                <a:latin typeface="Arial"/>
                <a:cs typeface="Arial"/>
              </a:rPr>
              <a:t>T</a:t>
            </a:r>
            <a:r>
              <a:rPr dirty="0" sz="1350" spc="-18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350" spc="-90" b="1">
                <a:solidFill>
                  <a:srgbClr val="65D9FF"/>
                </a:solidFill>
                <a:latin typeface="Arial"/>
                <a:cs typeface="Arial"/>
              </a:rPr>
              <a:t>F</a:t>
            </a:r>
            <a:r>
              <a:rPr dirty="0" sz="1350" spc="-18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350" spc="-90" b="1">
                <a:solidFill>
                  <a:srgbClr val="65D9FF"/>
                </a:solidFill>
                <a:latin typeface="Arial"/>
                <a:cs typeface="Arial"/>
              </a:rPr>
              <a:t>L</a:t>
            </a:r>
            <a:r>
              <a:rPr dirty="0" sz="1350" spc="-18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65D9FF"/>
                </a:solidFill>
                <a:latin typeface="Arial"/>
                <a:cs typeface="Arial"/>
              </a:rPr>
              <a:t>O</a:t>
            </a:r>
            <a:r>
              <a:rPr dirty="0" sz="1350" spc="-190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350" spc="75" b="1">
                <a:solidFill>
                  <a:srgbClr val="65D9FF"/>
                </a:solidFill>
                <a:latin typeface="Arial"/>
                <a:cs typeface="Arial"/>
              </a:rPr>
              <a:t>W</a:t>
            </a:r>
            <a:r>
              <a:rPr dirty="0" sz="1350" spc="33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350" spc="190" b="1">
                <a:solidFill>
                  <a:srgbClr val="65D9FF"/>
                </a:solidFill>
                <a:latin typeface="Arial"/>
                <a:cs typeface="Arial"/>
              </a:rPr>
              <a:t>/</a:t>
            </a:r>
            <a:r>
              <a:rPr dirty="0" sz="1350" spc="33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350" spc="195" b="1">
                <a:solidFill>
                  <a:srgbClr val="65D9FF"/>
                </a:solidFill>
                <a:latin typeface="Arial"/>
                <a:cs typeface="Arial"/>
              </a:rPr>
              <a:t>03</a:t>
            </a:r>
            <a:endParaRPr sz="135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505">
                <a:solidFill>
                  <a:srgbClr val="F4F7FB"/>
                </a:solidFill>
              </a:rPr>
              <a:t>A</a:t>
            </a:r>
            <a:r>
              <a:rPr dirty="0" spc="-409">
                <a:solidFill>
                  <a:srgbClr val="F4F7FB"/>
                </a:solidFill>
              </a:rPr>
              <a:t> </a:t>
            </a:r>
            <a:r>
              <a:rPr dirty="0" spc="-95">
                <a:solidFill>
                  <a:srgbClr val="F4F7FB"/>
                </a:solidFill>
              </a:rPr>
              <a:t>live</a:t>
            </a:r>
            <a:r>
              <a:rPr dirty="0" spc="-260">
                <a:solidFill>
                  <a:srgbClr val="F4F7FB"/>
                </a:solidFill>
              </a:rPr>
              <a:t> </a:t>
            </a:r>
            <a:r>
              <a:rPr dirty="0" spc="-20">
                <a:solidFill>
                  <a:srgbClr val="F4F7FB"/>
                </a:solidFill>
              </a:rPr>
              <a:t>operating</a:t>
            </a:r>
            <a:r>
              <a:rPr dirty="0" spc="-235">
                <a:solidFill>
                  <a:srgbClr val="F4F7FB"/>
                </a:solidFill>
              </a:rPr>
              <a:t> </a:t>
            </a:r>
            <a:r>
              <a:rPr dirty="0" spc="-65">
                <a:solidFill>
                  <a:srgbClr val="F4F7FB"/>
                </a:solidFill>
              </a:rPr>
              <a:t>picture</a:t>
            </a:r>
          </a:p>
        </p:txBody>
      </p:sp>
      <p:sp>
        <p:nvSpPr>
          <p:cNvPr id="5" name="object 5"/>
          <p:cNvSpPr/>
          <p:nvPr/>
        </p:nvSpPr>
        <p:spPr>
          <a:xfrm>
            <a:off x="914400" y="1695450"/>
            <a:ext cx="16459200" cy="0"/>
          </a:xfrm>
          <a:custGeom>
            <a:avLst/>
            <a:gdLst/>
            <a:ahLst/>
            <a:cxnLst/>
            <a:rect l="l" t="t" r="r" b="b"/>
            <a:pathLst>
              <a:path w="16459200" h="0">
                <a:moveTo>
                  <a:pt x="0" y="0"/>
                </a:moveTo>
                <a:lnTo>
                  <a:pt x="16459198" y="0"/>
                </a:lnTo>
              </a:path>
            </a:pathLst>
          </a:custGeom>
          <a:ln w="19049">
            <a:solidFill>
              <a:srgbClr val="0F253C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914400" y="2190750"/>
            <a:ext cx="16459200" cy="6953250"/>
            <a:chOff x="914400" y="2190750"/>
            <a:chExt cx="16459200" cy="6953250"/>
          </a:xfrm>
        </p:grpSpPr>
        <p:sp>
          <p:nvSpPr>
            <p:cNvPr id="7" name="object 7"/>
            <p:cNvSpPr/>
            <p:nvPr/>
          </p:nvSpPr>
          <p:spPr>
            <a:xfrm>
              <a:off x="914400" y="2190750"/>
              <a:ext cx="16459200" cy="6953250"/>
            </a:xfrm>
            <a:custGeom>
              <a:avLst/>
              <a:gdLst/>
              <a:ahLst/>
              <a:cxnLst/>
              <a:rect l="l" t="t" r="r" b="b"/>
              <a:pathLst>
                <a:path w="16459200" h="6953250">
                  <a:moveTo>
                    <a:pt x="16459198" y="6953249"/>
                  </a:moveTo>
                  <a:lnTo>
                    <a:pt x="0" y="6953249"/>
                  </a:lnTo>
                  <a:lnTo>
                    <a:pt x="0" y="0"/>
                  </a:lnTo>
                  <a:lnTo>
                    <a:pt x="16459198" y="0"/>
                  </a:lnTo>
                  <a:lnTo>
                    <a:pt x="16459198" y="6953249"/>
                  </a:lnTo>
                  <a:close/>
                </a:path>
              </a:pathLst>
            </a:custGeom>
            <a:solidFill>
              <a:srgbClr val="0A1C3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8250" y="2571750"/>
              <a:ext cx="10286999" cy="619124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2001499" y="2667000"/>
            <a:ext cx="4383405" cy="1476375"/>
          </a:xfrm>
          <a:prstGeom prst="rect">
            <a:avLst/>
          </a:prstGeom>
          <a:solidFill>
            <a:srgbClr val="0F253C"/>
          </a:solidFill>
        </p:spPr>
        <p:txBody>
          <a:bodyPr wrap="square" lIns="0" tIns="133350" rIns="0" bIns="0" rtlCol="0" vert="horz">
            <a:spAutoFit/>
          </a:bodyPr>
          <a:lstStyle/>
          <a:p>
            <a:pPr marL="381000">
              <a:lnSpc>
                <a:spcPct val="100000"/>
              </a:lnSpc>
              <a:spcBef>
                <a:spcPts val="1050"/>
              </a:spcBef>
            </a:pPr>
            <a:r>
              <a:rPr dirty="0" sz="4350" spc="-170" b="1">
                <a:solidFill>
                  <a:srgbClr val="65D9FF"/>
                </a:solidFill>
                <a:latin typeface="Trebuchet MS"/>
                <a:cs typeface="Trebuchet MS"/>
              </a:rPr>
              <a:t>42</a:t>
            </a:r>
            <a:r>
              <a:rPr dirty="0" sz="4350" spc="-155" b="1">
                <a:solidFill>
                  <a:srgbClr val="65D9FF"/>
                </a:solidFill>
                <a:latin typeface="Trebuchet MS"/>
                <a:cs typeface="Trebuchet MS"/>
              </a:rPr>
              <a:t> </a:t>
            </a:r>
            <a:r>
              <a:rPr dirty="0" sz="4350" spc="35" b="1">
                <a:solidFill>
                  <a:srgbClr val="65D9FF"/>
                </a:solidFill>
                <a:latin typeface="Trebuchet MS"/>
                <a:cs typeface="Trebuchet MS"/>
              </a:rPr>
              <a:t>km/h</a:t>
            </a:r>
            <a:endParaRPr sz="4350">
              <a:latin typeface="Trebuchet MS"/>
              <a:cs typeface="Trebuchet MS"/>
            </a:endParaRPr>
          </a:p>
          <a:p>
            <a:pPr marL="380365">
              <a:lnSpc>
                <a:spcPct val="100000"/>
              </a:lnSpc>
              <a:spcBef>
                <a:spcPts val="1095"/>
              </a:spcBef>
            </a:pPr>
            <a:r>
              <a:rPr dirty="0" sz="1350" spc="-35" b="1">
                <a:solidFill>
                  <a:srgbClr val="9DB1C7"/>
                </a:solidFill>
                <a:latin typeface="Arial"/>
                <a:cs typeface="Arial"/>
              </a:rPr>
              <a:t>A</a:t>
            </a:r>
            <a:r>
              <a:rPr dirty="0" sz="1350" spc="-185" b="1">
                <a:solidFill>
                  <a:srgbClr val="9DB1C7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9DB1C7"/>
                </a:solidFill>
                <a:latin typeface="Arial"/>
                <a:cs typeface="Arial"/>
              </a:rPr>
              <a:t>V</a:t>
            </a:r>
            <a:r>
              <a:rPr dirty="0" sz="1350" spc="-185" b="1">
                <a:solidFill>
                  <a:srgbClr val="9DB1C7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9DB1C7"/>
                </a:solidFill>
                <a:latin typeface="Arial"/>
                <a:cs typeface="Arial"/>
              </a:rPr>
              <a:t>G</a:t>
            </a:r>
            <a:r>
              <a:rPr dirty="0" sz="1350" spc="345" b="1">
                <a:solidFill>
                  <a:srgbClr val="9DB1C7"/>
                </a:solidFill>
                <a:latin typeface="Arial"/>
                <a:cs typeface="Arial"/>
              </a:rPr>
              <a:t> </a:t>
            </a:r>
            <a:r>
              <a:rPr dirty="0" sz="1350" spc="-105" b="1">
                <a:solidFill>
                  <a:srgbClr val="9DB1C7"/>
                </a:solidFill>
                <a:latin typeface="Arial"/>
                <a:cs typeface="Arial"/>
              </a:rPr>
              <a:t>S</a:t>
            </a:r>
            <a:r>
              <a:rPr dirty="0" sz="1350" spc="-185" b="1">
                <a:solidFill>
                  <a:srgbClr val="9DB1C7"/>
                </a:solidFill>
                <a:latin typeface="Arial"/>
                <a:cs typeface="Arial"/>
              </a:rPr>
              <a:t> </a:t>
            </a:r>
            <a:r>
              <a:rPr dirty="0" sz="1350" spc="-90" b="1">
                <a:solidFill>
                  <a:srgbClr val="9DB1C7"/>
                </a:solidFill>
                <a:latin typeface="Arial"/>
                <a:cs typeface="Arial"/>
              </a:rPr>
              <a:t>P</a:t>
            </a:r>
            <a:r>
              <a:rPr dirty="0" sz="1350" spc="-180" b="1">
                <a:solidFill>
                  <a:srgbClr val="9DB1C7"/>
                </a:solidFill>
                <a:latin typeface="Arial"/>
                <a:cs typeface="Arial"/>
              </a:rPr>
              <a:t> </a:t>
            </a:r>
            <a:r>
              <a:rPr dirty="0" sz="1350" spc="-135" b="1">
                <a:solidFill>
                  <a:srgbClr val="9DB1C7"/>
                </a:solidFill>
                <a:latin typeface="Arial"/>
                <a:cs typeface="Arial"/>
              </a:rPr>
              <a:t>E</a:t>
            </a:r>
            <a:r>
              <a:rPr dirty="0" sz="1350" spc="-185" b="1">
                <a:solidFill>
                  <a:srgbClr val="9DB1C7"/>
                </a:solidFill>
                <a:latin typeface="Arial"/>
                <a:cs typeface="Arial"/>
              </a:rPr>
              <a:t> </a:t>
            </a:r>
            <a:r>
              <a:rPr dirty="0" sz="1350" spc="-135" b="1">
                <a:solidFill>
                  <a:srgbClr val="9DB1C7"/>
                </a:solidFill>
                <a:latin typeface="Arial"/>
                <a:cs typeface="Arial"/>
              </a:rPr>
              <a:t>E</a:t>
            </a:r>
            <a:r>
              <a:rPr dirty="0" sz="1350" spc="-185" b="1">
                <a:solidFill>
                  <a:srgbClr val="9DB1C7"/>
                </a:solidFill>
                <a:latin typeface="Arial"/>
                <a:cs typeface="Arial"/>
              </a:rPr>
              <a:t> </a:t>
            </a:r>
            <a:r>
              <a:rPr dirty="0" sz="1350" spc="-50" b="1">
                <a:solidFill>
                  <a:srgbClr val="9DB1C7"/>
                </a:solidFill>
                <a:latin typeface="Arial"/>
                <a:cs typeface="Arial"/>
              </a:rPr>
              <a:t>D</a:t>
            </a:r>
            <a:endParaRPr sz="13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001499" y="4524375"/>
            <a:ext cx="4383405" cy="1476375"/>
          </a:xfrm>
          <a:prstGeom prst="rect">
            <a:avLst/>
          </a:prstGeom>
          <a:solidFill>
            <a:srgbClr val="0F253C"/>
          </a:solidFill>
        </p:spPr>
        <p:txBody>
          <a:bodyPr wrap="square" lIns="0" tIns="133350" rIns="0" bIns="0" rtlCol="0" vert="horz">
            <a:spAutoFit/>
          </a:bodyPr>
          <a:lstStyle/>
          <a:p>
            <a:pPr marL="381000">
              <a:lnSpc>
                <a:spcPct val="100000"/>
              </a:lnSpc>
              <a:spcBef>
                <a:spcPts val="1050"/>
              </a:spcBef>
            </a:pPr>
            <a:r>
              <a:rPr dirty="0" sz="4350" spc="-25" b="1">
                <a:solidFill>
                  <a:srgbClr val="FF5E6D"/>
                </a:solidFill>
                <a:latin typeface="Trebuchet MS"/>
                <a:cs typeface="Trebuchet MS"/>
              </a:rPr>
              <a:t>07</a:t>
            </a:r>
            <a:endParaRPr sz="4350">
              <a:latin typeface="Trebuchet MS"/>
              <a:cs typeface="Trebuchet MS"/>
            </a:endParaRPr>
          </a:p>
          <a:p>
            <a:pPr marL="380365">
              <a:lnSpc>
                <a:spcPct val="100000"/>
              </a:lnSpc>
              <a:spcBef>
                <a:spcPts val="1095"/>
              </a:spcBef>
            </a:pPr>
            <a:r>
              <a:rPr dirty="0" sz="1350" spc="-35" b="1">
                <a:solidFill>
                  <a:srgbClr val="9DB1C7"/>
                </a:solidFill>
                <a:latin typeface="Arial"/>
                <a:cs typeface="Arial"/>
              </a:rPr>
              <a:t>A</a:t>
            </a:r>
            <a:r>
              <a:rPr dirty="0" sz="1350" spc="-190" b="1">
                <a:solidFill>
                  <a:srgbClr val="9DB1C7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9DB1C7"/>
                </a:solidFill>
                <a:latin typeface="Arial"/>
                <a:cs typeface="Arial"/>
              </a:rPr>
              <a:t>C</a:t>
            </a:r>
            <a:r>
              <a:rPr dirty="0" sz="1350" spc="-190" b="1">
                <a:solidFill>
                  <a:srgbClr val="9DB1C7"/>
                </a:solidFill>
                <a:latin typeface="Arial"/>
                <a:cs typeface="Arial"/>
              </a:rPr>
              <a:t> </a:t>
            </a:r>
            <a:r>
              <a:rPr dirty="0" sz="1350" spc="-40" b="1">
                <a:solidFill>
                  <a:srgbClr val="9DB1C7"/>
                </a:solidFill>
                <a:latin typeface="Arial"/>
                <a:cs typeface="Arial"/>
              </a:rPr>
              <a:t>T</a:t>
            </a:r>
            <a:r>
              <a:rPr dirty="0" sz="1350" spc="-190" b="1">
                <a:solidFill>
                  <a:srgbClr val="9DB1C7"/>
                </a:solidFill>
                <a:latin typeface="Arial"/>
                <a:cs typeface="Arial"/>
              </a:rPr>
              <a:t> </a:t>
            </a:r>
            <a:r>
              <a:rPr dirty="0" sz="1350" spc="-25" b="1">
                <a:solidFill>
                  <a:srgbClr val="9DB1C7"/>
                </a:solidFill>
                <a:latin typeface="Arial"/>
                <a:cs typeface="Arial"/>
              </a:rPr>
              <a:t>I</a:t>
            </a:r>
            <a:r>
              <a:rPr dirty="0" sz="1350" spc="-190" b="1">
                <a:solidFill>
                  <a:srgbClr val="9DB1C7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9DB1C7"/>
                </a:solidFill>
                <a:latin typeface="Arial"/>
                <a:cs typeface="Arial"/>
              </a:rPr>
              <a:t>V</a:t>
            </a:r>
            <a:r>
              <a:rPr dirty="0" sz="1350" spc="-190" b="1">
                <a:solidFill>
                  <a:srgbClr val="9DB1C7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9DB1C7"/>
                </a:solidFill>
                <a:latin typeface="Arial"/>
                <a:cs typeface="Arial"/>
              </a:rPr>
              <a:t>E</a:t>
            </a:r>
            <a:r>
              <a:rPr dirty="0" sz="1350" spc="305" b="1">
                <a:solidFill>
                  <a:srgbClr val="9DB1C7"/>
                </a:solidFill>
                <a:latin typeface="Arial"/>
                <a:cs typeface="Arial"/>
              </a:rPr>
              <a:t> </a:t>
            </a:r>
            <a:r>
              <a:rPr dirty="0" sz="1350" spc="-35" b="1">
                <a:solidFill>
                  <a:srgbClr val="9DB1C7"/>
                </a:solidFill>
                <a:latin typeface="Arial"/>
                <a:cs typeface="Arial"/>
              </a:rPr>
              <a:t>A</a:t>
            </a:r>
            <a:r>
              <a:rPr dirty="0" sz="1350" spc="-190" b="1">
                <a:solidFill>
                  <a:srgbClr val="9DB1C7"/>
                </a:solidFill>
                <a:latin typeface="Arial"/>
                <a:cs typeface="Arial"/>
              </a:rPr>
              <a:t> </a:t>
            </a:r>
            <a:r>
              <a:rPr dirty="0" sz="1350" spc="-90" b="1">
                <a:solidFill>
                  <a:srgbClr val="9DB1C7"/>
                </a:solidFill>
                <a:latin typeface="Arial"/>
                <a:cs typeface="Arial"/>
              </a:rPr>
              <a:t>L</a:t>
            </a:r>
            <a:r>
              <a:rPr dirty="0" sz="1350" spc="-190" b="1">
                <a:solidFill>
                  <a:srgbClr val="9DB1C7"/>
                </a:solidFill>
                <a:latin typeface="Arial"/>
                <a:cs typeface="Arial"/>
              </a:rPr>
              <a:t> </a:t>
            </a:r>
            <a:r>
              <a:rPr dirty="0" sz="1350" spc="-135" b="1">
                <a:solidFill>
                  <a:srgbClr val="9DB1C7"/>
                </a:solidFill>
                <a:latin typeface="Arial"/>
                <a:cs typeface="Arial"/>
              </a:rPr>
              <a:t>E</a:t>
            </a:r>
            <a:r>
              <a:rPr dirty="0" sz="1350" spc="-190" b="1">
                <a:solidFill>
                  <a:srgbClr val="9DB1C7"/>
                </a:solidFill>
                <a:latin typeface="Arial"/>
                <a:cs typeface="Arial"/>
              </a:rPr>
              <a:t> </a:t>
            </a:r>
            <a:r>
              <a:rPr dirty="0" sz="1350" spc="-145" b="1">
                <a:solidFill>
                  <a:srgbClr val="9DB1C7"/>
                </a:solidFill>
                <a:latin typeface="Arial"/>
                <a:cs typeface="Arial"/>
              </a:rPr>
              <a:t>R</a:t>
            </a:r>
            <a:r>
              <a:rPr dirty="0" sz="1350" spc="-190" b="1">
                <a:solidFill>
                  <a:srgbClr val="9DB1C7"/>
                </a:solidFill>
                <a:latin typeface="Arial"/>
                <a:cs typeface="Arial"/>
              </a:rPr>
              <a:t> </a:t>
            </a:r>
            <a:r>
              <a:rPr dirty="0" sz="1350" spc="-40" b="1">
                <a:solidFill>
                  <a:srgbClr val="9DB1C7"/>
                </a:solidFill>
                <a:latin typeface="Arial"/>
                <a:cs typeface="Arial"/>
              </a:rPr>
              <a:t>T</a:t>
            </a:r>
            <a:r>
              <a:rPr dirty="0" sz="1350" spc="-190" b="1">
                <a:solidFill>
                  <a:srgbClr val="9DB1C7"/>
                </a:solidFill>
                <a:latin typeface="Arial"/>
                <a:cs typeface="Arial"/>
              </a:rPr>
              <a:t> </a:t>
            </a:r>
            <a:r>
              <a:rPr dirty="0" sz="1350" spc="-50" b="1">
                <a:solidFill>
                  <a:srgbClr val="9DB1C7"/>
                </a:solidFill>
                <a:latin typeface="Arial"/>
                <a:cs typeface="Arial"/>
              </a:rPr>
              <a:t>S</a:t>
            </a:r>
            <a:endParaRPr sz="13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001499" y="6381749"/>
            <a:ext cx="4383405" cy="1476375"/>
          </a:xfrm>
          <a:prstGeom prst="rect">
            <a:avLst/>
          </a:prstGeom>
          <a:solidFill>
            <a:srgbClr val="0F253C"/>
          </a:solidFill>
        </p:spPr>
        <p:txBody>
          <a:bodyPr wrap="square" lIns="0" tIns="133350" rIns="0" bIns="0" rtlCol="0" vert="horz">
            <a:spAutoFit/>
          </a:bodyPr>
          <a:lstStyle/>
          <a:p>
            <a:pPr marL="381000">
              <a:lnSpc>
                <a:spcPct val="100000"/>
              </a:lnSpc>
              <a:spcBef>
                <a:spcPts val="1050"/>
              </a:spcBef>
            </a:pPr>
            <a:r>
              <a:rPr dirty="0" sz="4350" spc="135" b="1">
                <a:solidFill>
                  <a:srgbClr val="37D5A2"/>
                </a:solidFill>
                <a:latin typeface="Trebuchet MS"/>
                <a:cs typeface="Trebuchet MS"/>
              </a:rPr>
              <a:t>86%</a:t>
            </a:r>
            <a:endParaRPr sz="4350">
              <a:latin typeface="Trebuchet MS"/>
              <a:cs typeface="Trebuchet MS"/>
            </a:endParaRPr>
          </a:p>
          <a:p>
            <a:pPr marL="380365">
              <a:lnSpc>
                <a:spcPct val="100000"/>
              </a:lnSpc>
              <a:spcBef>
                <a:spcPts val="1095"/>
              </a:spcBef>
            </a:pPr>
            <a:r>
              <a:rPr dirty="0" sz="1350" spc="-10" b="1">
                <a:solidFill>
                  <a:srgbClr val="9DB1C7"/>
                </a:solidFill>
                <a:latin typeface="Arial"/>
                <a:cs typeface="Arial"/>
              </a:rPr>
              <a:t>N</a:t>
            </a:r>
            <a:r>
              <a:rPr dirty="0" sz="1350" spc="-190" b="1">
                <a:solidFill>
                  <a:srgbClr val="9DB1C7"/>
                </a:solidFill>
                <a:latin typeface="Arial"/>
                <a:cs typeface="Arial"/>
              </a:rPr>
              <a:t> </a:t>
            </a:r>
            <a:r>
              <a:rPr dirty="0" sz="1350" spc="-135" b="1">
                <a:solidFill>
                  <a:srgbClr val="9DB1C7"/>
                </a:solidFill>
                <a:latin typeface="Arial"/>
                <a:cs typeface="Arial"/>
              </a:rPr>
              <a:t>E</a:t>
            </a:r>
            <a:r>
              <a:rPr dirty="0" sz="1350" spc="-190" b="1">
                <a:solidFill>
                  <a:srgbClr val="9DB1C7"/>
                </a:solidFill>
                <a:latin typeface="Arial"/>
                <a:cs typeface="Arial"/>
              </a:rPr>
              <a:t> </a:t>
            </a:r>
            <a:r>
              <a:rPr dirty="0" sz="1350" spc="-40" b="1">
                <a:solidFill>
                  <a:srgbClr val="9DB1C7"/>
                </a:solidFill>
                <a:latin typeface="Arial"/>
                <a:cs typeface="Arial"/>
              </a:rPr>
              <a:t>T</a:t>
            </a:r>
            <a:r>
              <a:rPr dirty="0" sz="1350" spc="-190" b="1">
                <a:solidFill>
                  <a:srgbClr val="9DB1C7"/>
                </a:solidFill>
                <a:latin typeface="Arial"/>
                <a:cs typeface="Arial"/>
              </a:rPr>
              <a:t> </a:t>
            </a:r>
            <a:r>
              <a:rPr dirty="0" sz="1350" spc="75" b="1">
                <a:solidFill>
                  <a:srgbClr val="9DB1C7"/>
                </a:solidFill>
                <a:latin typeface="Arial"/>
                <a:cs typeface="Arial"/>
              </a:rPr>
              <a:t>W</a:t>
            </a:r>
            <a:r>
              <a:rPr dirty="0" sz="1350" spc="-190" b="1">
                <a:solidFill>
                  <a:srgbClr val="9DB1C7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9DB1C7"/>
                </a:solidFill>
                <a:latin typeface="Arial"/>
                <a:cs typeface="Arial"/>
              </a:rPr>
              <a:t>O</a:t>
            </a:r>
            <a:r>
              <a:rPr dirty="0" sz="1350" spc="-190" b="1">
                <a:solidFill>
                  <a:srgbClr val="9DB1C7"/>
                </a:solidFill>
                <a:latin typeface="Arial"/>
                <a:cs typeface="Arial"/>
              </a:rPr>
              <a:t> </a:t>
            </a:r>
            <a:r>
              <a:rPr dirty="0" sz="1350" spc="-145" b="1">
                <a:solidFill>
                  <a:srgbClr val="9DB1C7"/>
                </a:solidFill>
                <a:latin typeface="Arial"/>
                <a:cs typeface="Arial"/>
              </a:rPr>
              <a:t>R</a:t>
            </a:r>
            <a:r>
              <a:rPr dirty="0" sz="1350" spc="-190" b="1">
                <a:solidFill>
                  <a:srgbClr val="9DB1C7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9DB1C7"/>
                </a:solidFill>
                <a:latin typeface="Arial"/>
                <a:cs typeface="Arial"/>
              </a:rPr>
              <a:t>K</a:t>
            </a:r>
            <a:r>
              <a:rPr dirty="0" sz="1350" spc="265" b="1">
                <a:solidFill>
                  <a:srgbClr val="9DB1C7"/>
                </a:solidFill>
                <a:latin typeface="Arial"/>
                <a:cs typeface="Arial"/>
              </a:rPr>
              <a:t> </a:t>
            </a:r>
            <a:r>
              <a:rPr dirty="0" sz="1350" spc="-90" b="1">
                <a:solidFill>
                  <a:srgbClr val="9DB1C7"/>
                </a:solidFill>
                <a:latin typeface="Arial"/>
                <a:cs typeface="Arial"/>
              </a:rPr>
              <a:t>F</a:t>
            </a:r>
            <a:r>
              <a:rPr dirty="0" sz="1350" spc="-190" b="1">
                <a:solidFill>
                  <a:srgbClr val="9DB1C7"/>
                </a:solidFill>
                <a:latin typeface="Arial"/>
                <a:cs typeface="Arial"/>
              </a:rPr>
              <a:t> </a:t>
            </a:r>
            <a:r>
              <a:rPr dirty="0" sz="1350" spc="-90" b="1">
                <a:solidFill>
                  <a:srgbClr val="9DB1C7"/>
                </a:solidFill>
                <a:latin typeface="Arial"/>
                <a:cs typeface="Arial"/>
              </a:rPr>
              <a:t>L</a:t>
            </a:r>
            <a:r>
              <a:rPr dirty="0" sz="1350" spc="-190" b="1">
                <a:solidFill>
                  <a:srgbClr val="9DB1C7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9DB1C7"/>
                </a:solidFill>
                <a:latin typeface="Arial"/>
                <a:cs typeface="Arial"/>
              </a:rPr>
              <a:t>O</a:t>
            </a:r>
            <a:r>
              <a:rPr dirty="0" sz="1350" spc="-190" b="1">
                <a:solidFill>
                  <a:srgbClr val="9DB1C7"/>
                </a:solidFill>
                <a:latin typeface="Arial"/>
                <a:cs typeface="Arial"/>
              </a:rPr>
              <a:t> </a:t>
            </a:r>
            <a:r>
              <a:rPr dirty="0" sz="1350" spc="25" b="1">
                <a:solidFill>
                  <a:srgbClr val="9DB1C7"/>
                </a:solidFill>
                <a:latin typeface="Arial"/>
                <a:cs typeface="Arial"/>
              </a:rPr>
              <a:t>W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522605"/>
            <a:ext cx="1802764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5" b="1">
                <a:solidFill>
                  <a:srgbClr val="26A6FF"/>
                </a:solidFill>
                <a:latin typeface="Arial"/>
                <a:cs typeface="Arial"/>
              </a:rPr>
              <a:t>S</a:t>
            </a:r>
            <a:r>
              <a:rPr dirty="0" sz="1350" spc="-19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55" b="1">
                <a:solidFill>
                  <a:srgbClr val="26A6FF"/>
                </a:solidFill>
                <a:latin typeface="Arial"/>
                <a:cs typeface="Arial"/>
              </a:rPr>
              <a:t>M</a:t>
            </a:r>
            <a:r>
              <a:rPr dirty="0" sz="1350" spc="-18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-35" b="1">
                <a:solidFill>
                  <a:srgbClr val="26A6FF"/>
                </a:solidFill>
                <a:latin typeface="Arial"/>
                <a:cs typeface="Arial"/>
              </a:rPr>
              <a:t>A</a:t>
            </a:r>
            <a:r>
              <a:rPr dirty="0" sz="1350" spc="-18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-145" b="1">
                <a:solidFill>
                  <a:srgbClr val="26A6FF"/>
                </a:solidFill>
                <a:latin typeface="Arial"/>
                <a:cs typeface="Arial"/>
              </a:rPr>
              <a:t>R</a:t>
            </a:r>
            <a:r>
              <a:rPr dirty="0" sz="1350" spc="-19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-40" b="1">
                <a:solidFill>
                  <a:srgbClr val="26A6FF"/>
                </a:solidFill>
                <a:latin typeface="Arial"/>
                <a:cs typeface="Arial"/>
              </a:rPr>
              <a:t>T</a:t>
            </a:r>
            <a:r>
              <a:rPr dirty="0" sz="1350" spc="-18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-90" b="1">
                <a:solidFill>
                  <a:srgbClr val="26A6FF"/>
                </a:solidFill>
                <a:latin typeface="Arial"/>
                <a:cs typeface="Arial"/>
              </a:rPr>
              <a:t>F</a:t>
            </a:r>
            <a:r>
              <a:rPr dirty="0" sz="1350" spc="-18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-90" b="1">
                <a:solidFill>
                  <a:srgbClr val="26A6FF"/>
                </a:solidFill>
                <a:latin typeface="Arial"/>
                <a:cs typeface="Arial"/>
              </a:rPr>
              <a:t>L</a:t>
            </a:r>
            <a:r>
              <a:rPr dirty="0" sz="1350" spc="-18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26A6FF"/>
                </a:solidFill>
                <a:latin typeface="Arial"/>
                <a:cs typeface="Arial"/>
              </a:rPr>
              <a:t>O</a:t>
            </a:r>
            <a:r>
              <a:rPr dirty="0" sz="1350" spc="-19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75" b="1">
                <a:solidFill>
                  <a:srgbClr val="26A6FF"/>
                </a:solidFill>
                <a:latin typeface="Arial"/>
                <a:cs typeface="Arial"/>
              </a:rPr>
              <a:t>W</a:t>
            </a:r>
            <a:r>
              <a:rPr dirty="0" sz="1350" spc="33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190" b="1">
                <a:solidFill>
                  <a:srgbClr val="26A6FF"/>
                </a:solidFill>
                <a:latin typeface="Arial"/>
                <a:cs typeface="Arial"/>
              </a:rPr>
              <a:t>/</a:t>
            </a:r>
            <a:r>
              <a:rPr dirty="0" sz="1350" spc="33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225" b="1">
                <a:solidFill>
                  <a:srgbClr val="26A6FF"/>
                </a:solidFill>
                <a:latin typeface="Arial"/>
                <a:cs typeface="Arial"/>
              </a:rPr>
              <a:t>04</a:t>
            </a:r>
            <a:endParaRPr sz="13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215"/>
              <a:t>See</a:t>
            </a:r>
            <a:r>
              <a:rPr dirty="0" spc="-335"/>
              <a:t> </a:t>
            </a:r>
            <a:r>
              <a:rPr dirty="0" spc="-25"/>
              <a:t>incidents</a:t>
            </a:r>
            <a:r>
              <a:rPr dirty="0" spc="-254"/>
              <a:t> </a:t>
            </a:r>
            <a:r>
              <a:rPr dirty="0" spc="-105"/>
              <a:t>the</a:t>
            </a:r>
            <a:r>
              <a:rPr dirty="0" spc="-250"/>
              <a:t> </a:t>
            </a:r>
            <a:r>
              <a:rPr dirty="0" spc="-30"/>
              <a:t>moment</a:t>
            </a:r>
            <a:r>
              <a:rPr dirty="0" spc="-225"/>
              <a:t> </a:t>
            </a:r>
            <a:r>
              <a:rPr dirty="0" spc="-125"/>
              <a:t>they</a:t>
            </a:r>
            <a:r>
              <a:rPr dirty="0" spc="-330"/>
              <a:t> </a:t>
            </a:r>
            <a:r>
              <a:rPr dirty="0" spc="-10"/>
              <a:t>happen</a:t>
            </a:r>
          </a:p>
        </p:txBody>
      </p:sp>
      <p:sp>
        <p:nvSpPr>
          <p:cNvPr id="4" name="object 4"/>
          <p:cNvSpPr/>
          <p:nvPr/>
        </p:nvSpPr>
        <p:spPr>
          <a:xfrm>
            <a:off x="914400" y="1695450"/>
            <a:ext cx="16459200" cy="0"/>
          </a:xfrm>
          <a:custGeom>
            <a:avLst/>
            <a:gdLst/>
            <a:ahLst/>
            <a:cxnLst/>
            <a:rect l="l" t="t" r="r" b="b"/>
            <a:pathLst>
              <a:path w="16459200" h="0">
                <a:moveTo>
                  <a:pt x="0" y="0"/>
                </a:moveTo>
                <a:lnTo>
                  <a:pt x="16459198" y="0"/>
                </a:lnTo>
              </a:path>
            </a:pathLst>
          </a:custGeom>
          <a:ln w="19049">
            <a:solidFill>
              <a:srgbClr val="CCDAE7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286000"/>
            <a:ext cx="10667999" cy="65722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25549" y="2540000"/>
            <a:ext cx="157734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0" b="1">
                <a:solidFill>
                  <a:srgbClr val="F4F7FB"/>
                </a:solidFill>
                <a:latin typeface="Arial"/>
                <a:cs typeface="Arial"/>
              </a:rPr>
              <a:t>L</a:t>
            </a:r>
            <a:r>
              <a:rPr dirty="0" sz="1500" spc="-210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500" spc="-25" b="1">
                <a:solidFill>
                  <a:srgbClr val="F4F7FB"/>
                </a:solidFill>
                <a:latin typeface="Arial"/>
                <a:cs typeface="Arial"/>
              </a:rPr>
              <a:t>I</a:t>
            </a:r>
            <a:r>
              <a:rPr dirty="0" sz="1500" spc="-210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4F7FB"/>
                </a:solidFill>
                <a:latin typeface="Arial"/>
                <a:cs typeface="Arial"/>
              </a:rPr>
              <a:t>V</a:t>
            </a:r>
            <a:r>
              <a:rPr dirty="0" sz="1500" spc="-210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4F7FB"/>
                </a:solidFill>
                <a:latin typeface="Arial"/>
                <a:cs typeface="Arial"/>
              </a:rPr>
              <a:t>E</a:t>
            </a:r>
            <a:r>
              <a:rPr dirty="0" sz="1500" spc="315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500" spc="215" b="1">
                <a:solidFill>
                  <a:srgbClr val="F4F7FB"/>
                </a:solidFill>
                <a:latin typeface="Arial"/>
                <a:cs typeface="Arial"/>
              </a:rPr>
              <a:t>/</a:t>
            </a:r>
            <a:r>
              <a:rPr dirty="0" sz="1500" spc="340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4F7FB"/>
                </a:solidFill>
                <a:latin typeface="Arial"/>
                <a:cs typeface="Arial"/>
              </a:rPr>
              <a:t>C</a:t>
            </a:r>
            <a:r>
              <a:rPr dirty="0" sz="1500" spc="-210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500" spc="-50" b="1">
                <a:solidFill>
                  <a:srgbClr val="F4F7FB"/>
                </a:solidFill>
                <a:latin typeface="Arial"/>
                <a:cs typeface="Arial"/>
              </a:rPr>
              <a:t>A</a:t>
            </a:r>
            <a:r>
              <a:rPr dirty="0" sz="1500" spc="-210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500" spc="60" b="1">
                <a:solidFill>
                  <a:srgbClr val="F4F7FB"/>
                </a:solidFill>
                <a:latin typeface="Arial"/>
                <a:cs typeface="Arial"/>
              </a:rPr>
              <a:t>M</a:t>
            </a:r>
            <a:r>
              <a:rPr dirty="0" sz="1500" spc="335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500" spc="-330" b="1">
                <a:solidFill>
                  <a:srgbClr val="F4F7FB"/>
                </a:solidFill>
                <a:latin typeface="Arial"/>
                <a:cs typeface="Arial"/>
              </a:rPr>
              <a:t>1</a:t>
            </a:r>
            <a:r>
              <a:rPr dirty="0" sz="1500" spc="-210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500" spc="-50" b="1">
                <a:solidFill>
                  <a:srgbClr val="F4F7FB"/>
                </a:solidFill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465050" y="2851703"/>
            <a:ext cx="4286250" cy="2230755"/>
          </a:xfrm>
          <a:prstGeom prst="rect">
            <a:avLst/>
          </a:prstGeom>
        </p:spPr>
        <p:txBody>
          <a:bodyPr wrap="square" lIns="0" tIns="121285" rIns="0" bIns="0" rtlCol="0" vert="horz">
            <a:spAutoFit/>
          </a:bodyPr>
          <a:lstStyle/>
          <a:p>
            <a:pPr marL="12700" marR="5080">
              <a:lnSpc>
                <a:spcPct val="79700"/>
              </a:lnSpc>
              <a:spcBef>
                <a:spcPts val="955"/>
              </a:spcBef>
            </a:pPr>
            <a:r>
              <a:rPr dirty="0" sz="3450" spc="-30" b="1">
                <a:solidFill>
                  <a:srgbClr val="0F2137"/>
                </a:solidFill>
                <a:latin typeface="Trebuchet MS"/>
                <a:cs typeface="Trebuchet MS"/>
              </a:rPr>
              <a:t>Computer</a:t>
            </a:r>
            <a:r>
              <a:rPr dirty="0" sz="3450" spc="-185" b="1">
                <a:solidFill>
                  <a:srgbClr val="0F2137"/>
                </a:solidFill>
                <a:latin typeface="Trebuchet MS"/>
                <a:cs typeface="Trebuchet MS"/>
              </a:rPr>
              <a:t> </a:t>
            </a:r>
            <a:r>
              <a:rPr dirty="0" sz="3450" spc="-10" b="1">
                <a:solidFill>
                  <a:srgbClr val="0F2137"/>
                </a:solidFill>
                <a:latin typeface="Trebuchet MS"/>
                <a:cs typeface="Trebuchet MS"/>
              </a:rPr>
              <a:t>vision </a:t>
            </a:r>
            <a:r>
              <a:rPr dirty="0" sz="3450" spc="-35" b="1">
                <a:solidFill>
                  <a:srgbClr val="0F2137"/>
                </a:solidFill>
                <a:latin typeface="Trebuchet MS"/>
                <a:cs typeface="Trebuchet MS"/>
              </a:rPr>
              <a:t>detects</a:t>
            </a:r>
            <a:r>
              <a:rPr dirty="0" sz="3450" spc="-204" b="1">
                <a:solidFill>
                  <a:srgbClr val="0F2137"/>
                </a:solidFill>
                <a:latin typeface="Trebuchet MS"/>
                <a:cs typeface="Trebuchet MS"/>
              </a:rPr>
              <a:t> </a:t>
            </a:r>
            <a:r>
              <a:rPr dirty="0" sz="3450" spc="-10" b="1">
                <a:solidFill>
                  <a:srgbClr val="0F2137"/>
                </a:solidFill>
                <a:latin typeface="Trebuchet MS"/>
                <a:cs typeface="Trebuchet MS"/>
              </a:rPr>
              <a:t>crashes, </a:t>
            </a:r>
            <a:r>
              <a:rPr dirty="0" sz="3450" b="1">
                <a:solidFill>
                  <a:srgbClr val="0F2137"/>
                </a:solidFill>
                <a:latin typeface="Trebuchet MS"/>
                <a:cs typeface="Trebuchet MS"/>
              </a:rPr>
              <a:t>stopped</a:t>
            </a:r>
            <a:r>
              <a:rPr dirty="0" sz="3450" spc="-100" b="1">
                <a:solidFill>
                  <a:srgbClr val="0F2137"/>
                </a:solidFill>
                <a:latin typeface="Trebuchet MS"/>
                <a:cs typeface="Trebuchet MS"/>
              </a:rPr>
              <a:t> </a:t>
            </a:r>
            <a:r>
              <a:rPr dirty="0" sz="3450" spc="-20" b="1">
                <a:solidFill>
                  <a:srgbClr val="0F2137"/>
                </a:solidFill>
                <a:latin typeface="Trebuchet MS"/>
                <a:cs typeface="Trebuchet MS"/>
              </a:rPr>
              <a:t>vehicles</a:t>
            </a:r>
            <a:r>
              <a:rPr dirty="0" sz="3450" spc="-229" b="1">
                <a:solidFill>
                  <a:srgbClr val="0F2137"/>
                </a:solidFill>
                <a:latin typeface="Trebuchet MS"/>
                <a:cs typeface="Trebuchet MS"/>
              </a:rPr>
              <a:t> </a:t>
            </a:r>
            <a:r>
              <a:rPr dirty="0" sz="3450" spc="-25" b="1">
                <a:solidFill>
                  <a:srgbClr val="0F2137"/>
                </a:solidFill>
                <a:latin typeface="Trebuchet MS"/>
                <a:cs typeface="Trebuchet MS"/>
              </a:rPr>
              <a:t>and </a:t>
            </a:r>
            <a:r>
              <a:rPr dirty="0" sz="3450" b="1">
                <a:solidFill>
                  <a:srgbClr val="0F2137"/>
                </a:solidFill>
                <a:latin typeface="Trebuchet MS"/>
                <a:cs typeface="Trebuchet MS"/>
              </a:rPr>
              <a:t>abnormal</a:t>
            </a:r>
            <a:r>
              <a:rPr dirty="0" sz="3450" spc="-204" b="1">
                <a:solidFill>
                  <a:srgbClr val="0F2137"/>
                </a:solidFill>
                <a:latin typeface="Trebuchet MS"/>
                <a:cs typeface="Trebuchet MS"/>
              </a:rPr>
              <a:t> </a:t>
            </a:r>
            <a:r>
              <a:rPr dirty="0" sz="3450" spc="-20" b="1">
                <a:solidFill>
                  <a:srgbClr val="0F2137"/>
                </a:solidFill>
                <a:latin typeface="Trebuchet MS"/>
                <a:cs typeface="Trebuchet MS"/>
              </a:rPr>
              <a:t>road </a:t>
            </a:r>
            <a:r>
              <a:rPr dirty="0" sz="3450" spc="-10" b="1">
                <a:solidFill>
                  <a:srgbClr val="0F2137"/>
                </a:solidFill>
                <a:latin typeface="Trebuchet MS"/>
                <a:cs typeface="Trebuchet MS"/>
              </a:rPr>
              <a:t>behavior.</a:t>
            </a:r>
            <a:endParaRPr sz="34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465049" y="6121400"/>
            <a:ext cx="413702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dirty="0" sz="1800">
                <a:solidFill>
                  <a:srgbClr val="6D8198"/>
                </a:solidFill>
                <a:latin typeface="Trebuchet MS"/>
                <a:cs typeface="Trebuchet MS"/>
              </a:rPr>
              <a:t>Verified</a:t>
            </a:r>
            <a:r>
              <a:rPr dirty="0" sz="1800" spc="20">
                <a:solidFill>
                  <a:srgbClr val="6D819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6D8198"/>
                </a:solidFill>
                <a:latin typeface="Trebuchet MS"/>
                <a:cs typeface="Trebuchet MS"/>
              </a:rPr>
              <a:t>alerts</a:t>
            </a:r>
            <a:r>
              <a:rPr dirty="0" sz="1800" spc="20">
                <a:solidFill>
                  <a:srgbClr val="6D819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6D8198"/>
                </a:solidFill>
                <a:latin typeface="Trebuchet MS"/>
                <a:cs typeface="Trebuchet MS"/>
              </a:rPr>
              <a:t>reach</a:t>
            </a:r>
            <a:r>
              <a:rPr dirty="0" sz="1800" spc="20">
                <a:solidFill>
                  <a:srgbClr val="6D819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6D8198"/>
                </a:solidFill>
                <a:latin typeface="Trebuchet MS"/>
                <a:cs typeface="Trebuchet MS"/>
              </a:rPr>
              <a:t>the</a:t>
            </a:r>
            <a:r>
              <a:rPr dirty="0" sz="1800" spc="20">
                <a:solidFill>
                  <a:srgbClr val="6D819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6D8198"/>
                </a:solidFill>
                <a:latin typeface="Trebuchet MS"/>
                <a:cs typeface="Trebuchet MS"/>
              </a:rPr>
              <a:t>control</a:t>
            </a:r>
            <a:r>
              <a:rPr dirty="0" sz="1800" spc="20">
                <a:solidFill>
                  <a:srgbClr val="6D8198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6D8198"/>
                </a:solidFill>
                <a:latin typeface="Trebuchet MS"/>
                <a:cs typeface="Trebuchet MS"/>
              </a:rPr>
              <a:t>center </a:t>
            </a:r>
            <a:r>
              <a:rPr dirty="0" sz="1800">
                <a:solidFill>
                  <a:srgbClr val="6D8198"/>
                </a:solidFill>
                <a:latin typeface="Trebuchet MS"/>
                <a:cs typeface="Trebuchet MS"/>
              </a:rPr>
              <a:t>immediately</a:t>
            </a:r>
            <a:r>
              <a:rPr dirty="0" sz="1800" spc="70">
                <a:solidFill>
                  <a:srgbClr val="6D8198"/>
                </a:solidFill>
                <a:latin typeface="Trebuchet MS"/>
                <a:cs typeface="Trebuchet MS"/>
              </a:rPr>
              <a:t> </a:t>
            </a:r>
            <a:r>
              <a:rPr dirty="0" sz="1800" spc="185">
                <a:solidFill>
                  <a:srgbClr val="6D8198"/>
                </a:solidFill>
                <a:latin typeface="Trebuchet MS"/>
                <a:cs typeface="Trebuchet MS"/>
              </a:rPr>
              <a:t>—</a:t>
            </a:r>
            <a:r>
              <a:rPr dirty="0" sz="1800" spc="75">
                <a:solidFill>
                  <a:srgbClr val="6D819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6D8198"/>
                </a:solidFill>
                <a:latin typeface="Trebuchet MS"/>
                <a:cs typeface="Trebuchet MS"/>
              </a:rPr>
              <a:t>reducing</a:t>
            </a:r>
            <a:r>
              <a:rPr dirty="0" sz="1800" spc="75">
                <a:solidFill>
                  <a:srgbClr val="6D819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6D8198"/>
                </a:solidFill>
                <a:latin typeface="Trebuchet MS"/>
                <a:cs typeface="Trebuchet MS"/>
              </a:rPr>
              <a:t>the</a:t>
            </a:r>
            <a:r>
              <a:rPr dirty="0" sz="1800" spc="75">
                <a:solidFill>
                  <a:srgbClr val="6D8198"/>
                </a:solidFill>
                <a:latin typeface="Trebuchet MS"/>
                <a:cs typeface="Trebuchet MS"/>
              </a:rPr>
              <a:t> </a:t>
            </a:r>
            <a:r>
              <a:rPr dirty="0" sz="1800" spc="50">
                <a:solidFill>
                  <a:srgbClr val="6D8198"/>
                </a:solidFill>
                <a:latin typeface="Trebuchet MS"/>
                <a:cs typeface="Trebuchet MS"/>
              </a:rPr>
              <a:t>gap </a:t>
            </a:r>
            <a:r>
              <a:rPr dirty="0" sz="1800">
                <a:solidFill>
                  <a:srgbClr val="6D8198"/>
                </a:solidFill>
                <a:latin typeface="Trebuchet MS"/>
                <a:cs typeface="Trebuchet MS"/>
              </a:rPr>
              <a:t>between</a:t>
            </a:r>
            <a:r>
              <a:rPr dirty="0" sz="1800" spc="75">
                <a:solidFill>
                  <a:srgbClr val="6D8198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6D8198"/>
                </a:solidFill>
                <a:latin typeface="Trebuchet MS"/>
                <a:cs typeface="Trebuchet MS"/>
              </a:rPr>
              <a:t>incident</a:t>
            </a:r>
            <a:r>
              <a:rPr dirty="0" sz="1800" spc="75">
                <a:solidFill>
                  <a:srgbClr val="6D8198"/>
                </a:solidFill>
                <a:latin typeface="Trebuchet MS"/>
                <a:cs typeface="Trebuchet MS"/>
              </a:rPr>
              <a:t> </a:t>
            </a:r>
            <a:r>
              <a:rPr dirty="0" sz="1800" spc="60">
                <a:solidFill>
                  <a:srgbClr val="6D8198"/>
                </a:solidFill>
                <a:latin typeface="Trebuchet MS"/>
                <a:cs typeface="Trebuchet MS"/>
              </a:rPr>
              <a:t>and</a:t>
            </a:r>
            <a:r>
              <a:rPr dirty="0" sz="1800" spc="75">
                <a:solidFill>
                  <a:srgbClr val="6D8198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6D8198"/>
                </a:solidFill>
                <a:latin typeface="Trebuchet MS"/>
                <a:cs typeface="Trebuchet MS"/>
              </a:rPr>
              <a:t>response.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522605"/>
            <a:ext cx="1799589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5" b="1">
                <a:solidFill>
                  <a:srgbClr val="26A6FF"/>
                </a:solidFill>
                <a:latin typeface="Arial"/>
                <a:cs typeface="Arial"/>
              </a:rPr>
              <a:t>S</a:t>
            </a:r>
            <a:r>
              <a:rPr dirty="0" sz="1350" spc="-19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55" b="1">
                <a:solidFill>
                  <a:srgbClr val="26A6FF"/>
                </a:solidFill>
                <a:latin typeface="Arial"/>
                <a:cs typeface="Arial"/>
              </a:rPr>
              <a:t>M</a:t>
            </a:r>
            <a:r>
              <a:rPr dirty="0" sz="1350" spc="-18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-35" b="1">
                <a:solidFill>
                  <a:srgbClr val="26A6FF"/>
                </a:solidFill>
                <a:latin typeface="Arial"/>
                <a:cs typeface="Arial"/>
              </a:rPr>
              <a:t>A</a:t>
            </a:r>
            <a:r>
              <a:rPr dirty="0" sz="1350" spc="-18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-145" b="1">
                <a:solidFill>
                  <a:srgbClr val="26A6FF"/>
                </a:solidFill>
                <a:latin typeface="Arial"/>
                <a:cs typeface="Arial"/>
              </a:rPr>
              <a:t>R</a:t>
            </a:r>
            <a:r>
              <a:rPr dirty="0" sz="1350" spc="-19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-40" b="1">
                <a:solidFill>
                  <a:srgbClr val="26A6FF"/>
                </a:solidFill>
                <a:latin typeface="Arial"/>
                <a:cs typeface="Arial"/>
              </a:rPr>
              <a:t>T</a:t>
            </a:r>
            <a:r>
              <a:rPr dirty="0" sz="1350" spc="-18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-90" b="1">
                <a:solidFill>
                  <a:srgbClr val="26A6FF"/>
                </a:solidFill>
                <a:latin typeface="Arial"/>
                <a:cs typeface="Arial"/>
              </a:rPr>
              <a:t>F</a:t>
            </a:r>
            <a:r>
              <a:rPr dirty="0" sz="1350" spc="-18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-90" b="1">
                <a:solidFill>
                  <a:srgbClr val="26A6FF"/>
                </a:solidFill>
                <a:latin typeface="Arial"/>
                <a:cs typeface="Arial"/>
              </a:rPr>
              <a:t>L</a:t>
            </a:r>
            <a:r>
              <a:rPr dirty="0" sz="1350" spc="-18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26A6FF"/>
                </a:solidFill>
                <a:latin typeface="Arial"/>
                <a:cs typeface="Arial"/>
              </a:rPr>
              <a:t>O</a:t>
            </a:r>
            <a:r>
              <a:rPr dirty="0" sz="1350" spc="-19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75" b="1">
                <a:solidFill>
                  <a:srgbClr val="26A6FF"/>
                </a:solidFill>
                <a:latin typeface="Arial"/>
                <a:cs typeface="Arial"/>
              </a:rPr>
              <a:t>W</a:t>
            </a:r>
            <a:r>
              <a:rPr dirty="0" sz="1350" spc="33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190" b="1">
                <a:solidFill>
                  <a:srgbClr val="26A6FF"/>
                </a:solidFill>
                <a:latin typeface="Arial"/>
                <a:cs typeface="Arial"/>
              </a:rPr>
              <a:t>/</a:t>
            </a:r>
            <a:r>
              <a:rPr dirty="0" sz="1350" spc="33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210" b="1">
                <a:solidFill>
                  <a:srgbClr val="26A6FF"/>
                </a:solidFill>
                <a:latin typeface="Arial"/>
                <a:cs typeface="Arial"/>
              </a:rPr>
              <a:t>05</a:t>
            </a:r>
            <a:endParaRPr sz="13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600"/>
              <a:t>Predict</a:t>
            </a:r>
            <a:r>
              <a:rPr dirty="0" sz="4600" spc="-254"/>
              <a:t> </a:t>
            </a:r>
            <a:r>
              <a:rPr dirty="0" sz="4600" spc="-20"/>
              <a:t>the</a:t>
            </a:r>
            <a:r>
              <a:rPr dirty="0" sz="4600" spc="-305"/>
              <a:t> </a:t>
            </a:r>
            <a:r>
              <a:rPr dirty="0" sz="4600"/>
              <a:t>jam</a:t>
            </a:r>
            <a:r>
              <a:rPr dirty="0" sz="4600" spc="-204"/>
              <a:t> </a:t>
            </a:r>
            <a:r>
              <a:rPr dirty="0" sz="4600"/>
              <a:t>before</a:t>
            </a:r>
            <a:r>
              <a:rPr dirty="0" sz="4600" spc="-305"/>
              <a:t> </a:t>
            </a:r>
            <a:r>
              <a:rPr dirty="0" sz="4600" spc="-30"/>
              <a:t>it</a:t>
            </a:r>
            <a:r>
              <a:rPr dirty="0" sz="4600" spc="-254"/>
              <a:t> </a:t>
            </a:r>
            <a:r>
              <a:rPr dirty="0" sz="4600" spc="55"/>
              <a:t>forms</a:t>
            </a:r>
            <a:endParaRPr sz="4600"/>
          </a:p>
        </p:txBody>
      </p:sp>
      <p:sp>
        <p:nvSpPr>
          <p:cNvPr id="4" name="object 4"/>
          <p:cNvSpPr/>
          <p:nvPr/>
        </p:nvSpPr>
        <p:spPr>
          <a:xfrm>
            <a:off x="914400" y="1695450"/>
            <a:ext cx="16459200" cy="0"/>
          </a:xfrm>
          <a:custGeom>
            <a:avLst/>
            <a:gdLst/>
            <a:ahLst/>
            <a:cxnLst/>
            <a:rect l="l" t="t" r="r" b="b"/>
            <a:pathLst>
              <a:path w="16459200" h="0">
                <a:moveTo>
                  <a:pt x="0" y="0"/>
                </a:moveTo>
                <a:lnTo>
                  <a:pt x="16459198" y="0"/>
                </a:lnTo>
              </a:path>
            </a:pathLst>
          </a:custGeom>
          <a:ln w="19049">
            <a:solidFill>
              <a:srgbClr val="CCDAE7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36934" y="3074526"/>
            <a:ext cx="171449" cy="1714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25727" y="3074526"/>
            <a:ext cx="171449" cy="17144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813826" y="2479848"/>
            <a:ext cx="3389629" cy="7702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70">
                <a:solidFill>
                  <a:srgbClr val="0F2137"/>
                </a:solidFill>
                <a:latin typeface="Trebuchet MS"/>
                <a:cs typeface="Trebuchet MS"/>
              </a:rPr>
              <a:t>Morning</a:t>
            </a:r>
            <a:r>
              <a:rPr dirty="0" sz="2000" spc="95">
                <a:solidFill>
                  <a:srgbClr val="0F2137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0F2137"/>
                </a:solidFill>
                <a:latin typeface="Trebuchet MS"/>
                <a:cs typeface="Trebuchet MS"/>
              </a:rPr>
              <a:t>corridor</a:t>
            </a:r>
            <a:r>
              <a:rPr dirty="0" sz="2000" spc="95">
                <a:solidFill>
                  <a:srgbClr val="0F2137"/>
                </a:solidFill>
                <a:latin typeface="Trebuchet MS"/>
                <a:cs typeface="Trebuchet MS"/>
              </a:rPr>
              <a:t> </a:t>
            </a:r>
            <a:r>
              <a:rPr dirty="0" sz="2000" spc="55">
                <a:solidFill>
                  <a:srgbClr val="0F2137"/>
                </a:solidFill>
                <a:latin typeface="Trebuchet MS"/>
                <a:cs typeface="Trebuchet MS"/>
              </a:rPr>
              <a:t>congestion</a:t>
            </a:r>
            <a:endParaRPr sz="2000">
              <a:latin typeface="Trebuchet MS"/>
              <a:cs typeface="Trebuchet MS"/>
            </a:endParaRPr>
          </a:p>
          <a:p>
            <a:pPr marL="280035">
              <a:lnSpc>
                <a:spcPct val="100000"/>
              </a:lnSpc>
              <a:spcBef>
                <a:spcPts val="1820"/>
              </a:spcBef>
              <a:tabLst>
                <a:tab pos="2268855" algn="l"/>
              </a:tabLst>
            </a:pPr>
            <a:r>
              <a:rPr dirty="0" sz="1350">
                <a:solidFill>
                  <a:srgbClr val="0F2137"/>
                </a:solidFill>
                <a:latin typeface="Trebuchet MS"/>
                <a:cs typeface="Trebuchet MS"/>
              </a:rPr>
              <a:t>Actual</a:t>
            </a:r>
            <a:r>
              <a:rPr dirty="0" sz="1350" spc="15">
                <a:solidFill>
                  <a:srgbClr val="0F2137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0F2137"/>
                </a:solidFill>
                <a:latin typeface="Trebuchet MS"/>
                <a:cs typeface="Trebuchet MS"/>
              </a:rPr>
              <a:t>congestion</a:t>
            </a:r>
            <a:r>
              <a:rPr dirty="0" sz="1350">
                <a:solidFill>
                  <a:srgbClr val="0F2137"/>
                </a:solidFill>
                <a:latin typeface="Trebuchet MS"/>
                <a:cs typeface="Trebuchet MS"/>
              </a:rPr>
              <a:t>	AI</a:t>
            </a:r>
            <a:r>
              <a:rPr dirty="0" sz="1350" spc="-20">
                <a:solidFill>
                  <a:srgbClr val="0F2137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0F2137"/>
                </a:solidFill>
                <a:latin typeface="Trebuchet MS"/>
                <a:cs typeface="Trebuchet MS"/>
              </a:rPr>
              <a:t>prediction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15425" y="8359283"/>
            <a:ext cx="10591800" cy="0"/>
          </a:xfrm>
          <a:custGeom>
            <a:avLst/>
            <a:gdLst/>
            <a:ahLst/>
            <a:cxnLst/>
            <a:rect l="l" t="t" r="r" b="b"/>
            <a:pathLst>
              <a:path w="10591800" h="0">
                <a:moveTo>
                  <a:pt x="0" y="0"/>
                </a:moveTo>
                <a:lnTo>
                  <a:pt x="10591361" y="0"/>
                </a:lnTo>
              </a:path>
            </a:pathLst>
          </a:custGeom>
          <a:ln w="9524">
            <a:solidFill>
              <a:srgbClr val="0F21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15425" y="7381199"/>
            <a:ext cx="10591800" cy="0"/>
          </a:xfrm>
          <a:custGeom>
            <a:avLst/>
            <a:gdLst/>
            <a:ahLst/>
            <a:cxnLst/>
            <a:rect l="l" t="t" r="r" b="b"/>
            <a:pathLst>
              <a:path w="10591800" h="0">
                <a:moveTo>
                  <a:pt x="0" y="0"/>
                </a:moveTo>
                <a:lnTo>
                  <a:pt x="10591361" y="0"/>
                </a:lnTo>
              </a:path>
            </a:pathLst>
          </a:custGeom>
          <a:ln w="9524">
            <a:solidFill>
              <a:srgbClr val="0F21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15425" y="3468861"/>
            <a:ext cx="10591800" cy="0"/>
          </a:xfrm>
          <a:custGeom>
            <a:avLst/>
            <a:gdLst/>
            <a:ahLst/>
            <a:cxnLst/>
            <a:rect l="l" t="t" r="r" b="b"/>
            <a:pathLst>
              <a:path w="10591800" h="0">
                <a:moveTo>
                  <a:pt x="0" y="0"/>
                </a:moveTo>
                <a:lnTo>
                  <a:pt x="10591361" y="0"/>
                </a:lnTo>
              </a:path>
            </a:pathLst>
          </a:custGeom>
          <a:ln w="9524">
            <a:solidFill>
              <a:srgbClr val="0F2137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1" name="object 11"/>
          <p:cNvGrpSpPr/>
          <p:nvPr/>
        </p:nvGrpSpPr>
        <p:grpSpPr>
          <a:xfrm>
            <a:off x="1515425" y="4203703"/>
            <a:ext cx="10591800" cy="2834005"/>
            <a:chOff x="1515425" y="4203703"/>
            <a:chExt cx="10591800" cy="2834005"/>
          </a:xfrm>
        </p:grpSpPr>
        <p:sp>
          <p:nvSpPr>
            <p:cNvPr id="12" name="object 12"/>
            <p:cNvSpPr/>
            <p:nvPr/>
          </p:nvSpPr>
          <p:spPr>
            <a:xfrm>
              <a:off x="1515425" y="4446945"/>
              <a:ext cx="10591800" cy="1956435"/>
            </a:xfrm>
            <a:custGeom>
              <a:avLst/>
              <a:gdLst/>
              <a:ahLst/>
              <a:cxnLst/>
              <a:rect l="l" t="t" r="r" b="b"/>
              <a:pathLst>
                <a:path w="10591800" h="1956435">
                  <a:moveTo>
                    <a:pt x="0" y="1956168"/>
                  </a:moveTo>
                  <a:lnTo>
                    <a:pt x="10591361" y="1956168"/>
                  </a:lnTo>
                </a:path>
                <a:path w="10591800" h="1956435">
                  <a:moveTo>
                    <a:pt x="0" y="978084"/>
                  </a:moveTo>
                  <a:lnTo>
                    <a:pt x="10591361" y="978084"/>
                  </a:lnTo>
                </a:path>
                <a:path w="10591800" h="1956435">
                  <a:moveTo>
                    <a:pt x="0" y="0"/>
                  </a:moveTo>
                  <a:lnTo>
                    <a:pt x="10591361" y="0"/>
                  </a:lnTo>
                </a:path>
              </a:pathLst>
            </a:custGeom>
            <a:ln w="9524">
              <a:solidFill>
                <a:srgbClr val="0F213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50414" y="4203703"/>
              <a:ext cx="8921385" cy="2833886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2138309" y="8375158"/>
            <a:ext cx="52451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100">
                <a:solidFill>
                  <a:srgbClr val="0F2137"/>
                </a:solidFill>
                <a:latin typeface="Trebuchet MS"/>
                <a:cs typeface="Trebuchet MS"/>
              </a:rPr>
              <a:t>06:00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13061" y="8375158"/>
            <a:ext cx="505459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70">
                <a:solidFill>
                  <a:srgbClr val="0F2137"/>
                </a:solidFill>
                <a:latin typeface="Trebuchet MS"/>
                <a:cs typeface="Trebuchet MS"/>
              </a:rPr>
              <a:t>07:00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70549" y="8375158"/>
            <a:ext cx="52070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95">
                <a:solidFill>
                  <a:srgbClr val="0F2137"/>
                </a:solidFill>
                <a:latin typeface="Trebuchet MS"/>
                <a:cs typeface="Trebuchet MS"/>
              </a:rPr>
              <a:t>08:00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33990" y="8375158"/>
            <a:ext cx="52451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100">
                <a:solidFill>
                  <a:srgbClr val="0F2137"/>
                </a:solidFill>
                <a:latin typeface="Trebuchet MS"/>
                <a:cs typeface="Trebuchet MS"/>
              </a:rPr>
              <a:t>09:00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227346" y="8375158"/>
            <a:ext cx="46799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>
                <a:solidFill>
                  <a:srgbClr val="0F2137"/>
                </a:solidFill>
                <a:latin typeface="Trebuchet MS"/>
                <a:cs typeface="Trebuchet MS"/>
              </a:rPr>
              <a:t>10:00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026059" y="8375158"/>
            <a:ext cx="40132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75">
                <a:solidFill>
                  <a:srgbClr val="0F2137"/>
                </a:solidFill>
                <a:latin typeface="Trebuchet MS"/>
                <a:cs typeface="Trebuchet MS"/>
              </a:rPr>
              <a:t>11:00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19463" y="8232283"/>
            <a:ext cx="27686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195">
                <a:solidFill>
                  <a:srgbClr val="0F2137"/>
                </a:solidFill>
                <a:latin typeface="Trebuchet MS"/>
                <a:cs typeface="Trebuchet MS"/>
              </a:rPr>
              <a:t>0%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23066" y="7254199"/>
            <a:ext cx="37338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135">
                <a:solidFill>
                  <a:srgbClr val="0F2137"/>
                </a:solidFill>
                <a:latin typeface="Trebuchet MS"/>
                <a:cs typeface="Trebuchet MS"/>
              </a:rPr>
              <a:t>20%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15659" y="6276114"/>
            <a:ext cx="38100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155">
                <a:solidFill>
                  <a:srgbClr val="0F2137"/>
                </a:solidFill>
                <a:latin typeface="Trebuchet MS"/>
                <a:cs typeface="Trebuchet MS"/>
              </a:rPr>
              <a:t>40%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11432" y="5298030"/>
            <a:ext cx="38481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165">
                <a:solidFill>
                  <a:srgbClr val="0F2137"/>
                </a:solidFill>
                <a:latin typeface="Trebuchet MS"/>
                <a:cs typeface="Trebuchet MS"/>
              </a:rPr>
              <a:t>60%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14784" y="4319945"/>
            <a:ext cx="38163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160">
                <a:solidFill>
                  <a:srgbClr val="0F2137"/>
                </a:solidFill>
                <a:latin typeface="Trebuchet MS"/>
                <a:cs typeface="Trebuchet MS"/>
              </a:rPr>
              <a:t>80%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48740" y="3341861"/>
            <a:ext cx="44767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70">
                <a:solidFill>
                  <a:srgbClr val="0F2137"/>
                </a:solidFill>
                <a:latin typeface="Trebuchet MS"/>
                <a:cs typeface="Trebuchet MS"/>
              </a:rPr>
              <a:t>100%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227048" y="2981251"/>
            <a:ext cx="2689225" cy="13639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450" spc="-165" b="1">
                <a:solidFill>
                  <a:srgbClr val="26A6FF"/>
                </a:solidFill>
                <a:latin typeface="Trebuchet MS"/>
                <a:cs typeface="Trebuchet MS"/>
              </a:rPr>
              <a:t>30</a:t>
            </a:r>
            <a:r>
              <a:rPr dirty="0" sz="6450" spc="-315" b="1">
                <a:solidFill>
                  <a:srgbClr val="26A6FF"/>
                </a:solidFill>
                <a:latin typeface="Trebuchet MS"/>
                <a:cs typeface="Trebuchet MS"/>
              </a:rPr>
              <a:t> </a:t>
            </a:r>
            <a:r>
              <a:rPr dirty="0" sz="6450" spc="-25" b="1">
                <a:solidFill>
                  <a:srgbClr val="26A6FF"/>
                </a:solidFill>
                <a:latin typeface="Trebuchet MS"/>
                <a:cs typeface="Trebuchet MS"/>
              </a:rPr>
              <a:t>min</a:t>
            </a:r>
            <a:endParaRPr sz="6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dirty="0" sz="1350" spc="-135" b="1">
                <a:solidFill>
                  <a:srgbClr val="6D8198"/>
                </a:solidFill>
                <a:latin typeface="Arial"/>
                <a:cs typeface="Arial"/>
              </a:rPr>
              <a:t>E</a:t>
            </a:r>
            <a:r>
              <a:rPr dirty="0" sz="1350" spc="-190" b="1">
                <a:solidFill>
                  <a:srgbClr val="6D8198"/>
                </a:solidFill>
                <a:latin typeface="Arial"/>
                <a:cs typeface="Arial"/>
              </a:rPr>
              <a:t> </a:t>
            </a:r>
            <a:r>
              <a:rPr dirty="0" sz="1350" spc="-35" b="1">
                <a:solidFill>
                  <a:srgbClr val="6D8198"/>
                </a:solidFill>
                <a:latin typeface="Arial"/>
                <a:cs typeface="Arial"/>
              </a:rPr>
              <a:t>A</a:t>
            </a:r>
            <a:r>
              <a:rPr dirty="0" sz="1350" spc="-190" b="1">
                <a:solidFill>
                  <a:srgbClr val="6D8198"/>
                </a:solidFill>
                <a:latin typeface="Arial"/>
                <a:cs typeface="Arial"/>
              </a:rPr>
              <a:t> </a:t>
            </a:r>
            <a:r>
              <a:rPr dirty="0" sz="1350" spc="-145" b="1">
                <a:solidFill>
                  <a:srgbClr val="6D8198"/>
                </a:solidFill>
                <a:latin typeface="Arial"/>
                <a:cs typeface="Arial"/>
              </a:rPr>
              <a:t>R</a:t>
            </a:r>
            <a:r>
              <a:rPr dirty="0" sz="1350" spc="-190" b="1">
                <a:solidFill>
                  <a:srgbClr val="6D8198"/>
                </a:solidFill>
                <a:latin typeface="Arial"/>
                <a:cs typeface="Arial"/>
              </a:rPr>
              <a:t> </a:t>
            </a:r>
            <a:r>
              <a:rPr dirty="0" sz="1350" spc="-90" b="1">
                <a:solidFill>
                  <a:srgbClr val="6D8198"/>
                </a:solidFill>
                <a:latin typeface="Arial"/>
                <a:cs typeface="Arial"/>
              </a:rPr>
              <a:t>L</a:t>
            </a:r>
            <a:r>
              <a:rPr dirty="0" sz="1350" spc="-190" b="1">
                <a:solidFill>
                  <a:srgbClr val="6D8198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6D8198"/>
                </a:solidFill>
                <a:latin typeface="Arial"/>
                <a:cs typeface="Arial"/>
              </a:rPr>
              <a:t>Y</a:t>
            </a:r>
            <a:r>
              <a:rPr dirty="0" sz="1350" spc="320" b="1">
                <a:solidFill>
                  <a:srgbClr val="6D8198"/>
                </a:solidFill>
                <a:latin typeface="Arial"/>
                <a:cs typeface="Arial"/>
              </a:rPr>
              <a:t> </a:t>
            </a:r>
            <a:r>
              <a:rPr dirty="0" sz="1350" spc="75" b="1">
                <a:solidFill>
                  <a:srgbClr val="6D8198"/>
                </a:solidFill>
                <a:latin typeface="Arial"/>
                <a:cs typeface="Arial"/>
              </a:rPr>
              <a:t>W</a:t>
            </a:r>
            <a:r>
              <a:rPr dirty="0" sz="1350" spc="-190" b="1">
                <a:solidFill>
                  <a:srgbClr val="6D8198"/>
                </a:solidFill>
                <a:latin typeface="Arial"/>
                <a:cs typeface="Arial"/>
              </a:rPr>
              <a:t> </a:t>
            </a:r>
            <a:r>
              <a:rPr dirty="0" sz="1350" spc="-35" b="1">
                <a:solidFill>
                  <a:srgbClr val="6D8198"/>
                </a:solidFill>
                <a:latin typeface="Arial"/>
                <a:cs typeface="Arial"/>
              </a:rPr>
              <a:t>A</a:t>
            </a:r>
            <a:r>
              <a:rPr dirty="0" sz="1350" spc="-190" b="1">
                <a:solidFill>
                  <a:srgbClr val="6D8198"/>
                </a:solidFill>
                <a:latin typeface="Arial"/>
                <a:cs typeface="Arial"/>
              </a:rPr>
              <a:t> </a:t>
            </a:r>
            <a:r>
              <a:rPr dirty="0" sz="1350" spc="-145" b="1">
                <a:solidFill>
                  <a:srgbClr val="6D8198"/>
                </a:solidFill>
                <a:latin typeface="Arial"/>
                <a:cs typeface="Arial"/>
              </a:rPr>
              <a:t>R</a:t>
            </a:r>
            <a:r>
              <a:rPr dirty="0" sz="1350" spc="-190" b="1">
                <a:solidFill>
                  <a:srgbClr val="6D8198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6D8198"/>
                </a:solidFill>
                <a:latin typeface="Arial"/>
                <a:cs typeface="Arial"/>
              </a:rPr>
              <a:t>N</a:t>
            </a:r>
            <a:r>
              <a:rPr dirty="0" sz="1350" spc="-190" b="1">
                <a:solidFill>
                  <a:srgbClr val="6D8198"/>
                </a:solidFill>
                <a:latin typeface="Arial"/>
                <a:cs typeface="Arial"/>
              </a:rPr>
              <a:t> </a:t>
            </a:r>
            <a:r>
              <a:rPr dirty="0" sz="1350" spc="-25" b="1">
                <a:solidFill>
                  <a:srgbClr val="6D8198"/>
                </a:solidFill>
                <a:latin typeface="Arial"/>
                <a:cs typeface="Arial"/>
              </a:rPr>
              <a:t>I</a:t>
            </a:r>
            <a:r>
              <a:rPr dirty="0" sz="1350" spc="-190" b="1">
                <a:solidFill>
                  <a:srgbClr val="6D8198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6D8198"/>
                </a:solidFill>
                <a:latin typeface="Arial"/>
                <a:cs typeface="Arial"/>
              </a:rPr>
              <a:t>N</a:t>
            </a:r>
            <a:r>
              <a:rPr dirty="0" sz="1350" spc="-190" b="1">
                <a:solidFill>
                  <a:srgbClr val="6D8198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6D8198"/>
                </a:solidFill>
                <a:latin typeface="Arial"/>
                <a:cs typeface="Arial"/>
              </a:rPr>
              <a:t>G</a:t>
            </a:r>
            <a:r>
              <a:rPr dirty="0" sz="1350" spc="320" b="1">
                <a:solidFill>
                  <a:srgbClr val="6D8198"/>
                </a:solidFill>
                <a:latin typeface="Arial"/>
                <a:cs typeface="Arial"/>
              </a:rPr>
              <a:t> </a:t>
            </a:r>
            <a:r>
              <a:rPr dirty="0" sz="1350" spc="75" b="1">
                <a:solidFill>
                  <a:srgbClr val="6D8198"/>
                </a:solidFill>
                <a:latin typeface="Arial"/>
                <a:cs typeface="Arial"/>
              </a:rPr>
              <a:t>W</a:t>
            </a:r>
            <a:r>
              <a:rPr dirty="0" sz="1350" spc="-190" b="1">
                <a:solidFill>
                  <a:srgbClr val="6D8198"/>
                </a:solidFill>
                <a:latin typeface="Arial"/>
                <a:cs typeface="Arial"/>
              </a:rPr>
              <a:t> </a:t>
            </a:r>
            <a:r>
              <a:rPr dirty="0" sz="1350" spc="-25" b="1">
                <a:solidFill>
                  <a:srgbClr val="6D8198"/>
                </a:solidFill>
                <a:latin typeface="Arial"/>
                <a:cs typeface="Arial"/>
              </a:rPr>
              <a:t>I</a:t>
            </a:r>
            <a:r>
              <a:rPr dirty="0" sz="1350" spc="-190" b="1">
                <a:solidFill>
                  <a:srgbClr val="6D8198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6D8198"/>
                </a:solidFill>
                <a:latin typeface="Arial"/>
                <a:cs typeface="Arial"/>
              </a:rPr>
              <a:t>N</a:t>
            </a:r>
            <a:r>
              <a:rPr dirty="0" sz="1350" spc="-190" b="1">
                <a:solidFill>
                  <a:srgbClr val="6D8198"/>
                </a:solidFill>
                <a:latin typeface="Arial"/>
                <a:cs typeface="Arial"/>
              </a:rPr>
              <a:t> </a:t>
            </a:r>
            <a:r>
              <a:rPr dirty="0" sz="1350" spc="-25" b="1">
                <a:solidFill>
                  <a:srgbClr val="6D8198"/>
                </a:solidFill>
                <a:latin typeface="Arial"/>
                <a:cs typeface="Arial"/>
              </a:rPr>
              <a:t>D</a:t>
            </a:r>
            <a:r>
              <a:rPr dirty="0" sz="1350" spc="-190" b="1">
                <a:solidFill>
                  <a:srgbClr val="6D8198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6D8198"/>
                </a:solidFill>
                <a:latin typeface="Arial"/>
                <a:cs typeface="Arial"/>
              </a:rPr>
              <a:t>O</a:t>
            </a:r>
            <a:r>
              <a:rPr dirty="0" sz="1350" spc="-190" b="1">
                <a:solidFill>
                  <a:srgbClr val="6D8198"/>
                </a:solidFill>
                <a:latin typeface="Arial"/>
                <a:cs typeface="Arial"/>
              </a:rPr>
              <a:t> </a:t>
            </a:r>
            <a:r>
              <a:rPr dirty="0" sz="1350" spc="25" b="1">
                <a:solidFill>
                  <a:srgbClr val="6D8198"/>
                </a:solidFill>
                <a:latin typeface="Arial"/>
                <a:cs typeface="Arial"/>
              </a:rPr>
              <a:t>W</a:t>
            </a:r>
            <a:endParaRPr sz="13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227050" y="5258196"/>
            <a:ext cx="2908300" cy="1397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95"/>
              </a:spcBef>
            </a:pPr>
            <a:r>
              <a:rPr dirty="0" sz="2000">
                <a:solidFill>
                  <a:srgbClr val="0F2137"/>
                </a:solidFill>
                <a:latin typeface="Trebuchet MS"/>
                <a:cs typeface="Trebuchet MS"/>
              </a:rPr>
              <a:t>Historical</a:t>
            </a:r>
            <a:r>
              <a:rPr dirty="0" sz="2000" spc="-5">
                <a:solidFill>
                  <a:srgbClr val="0F2137"/>
                </a:solidFill>
                <a:latin typeface="Trebuchet MS"/>
                <a:cs typeface="Trebuchet MS"/>
              </a:rPr>
              <a:t> </a:t>
            </a:r>
            <a:r>
              <a:rPr dirty="0" sz="2000" spc="55">
                <a:solidFill>
                  <a:srgbClr val="0F2137"/>
                </a:solidFill>
                <a:latin typeface="Trebuchet MS"/>
                <a:cs typeface="Trebuchet MS"/>
              </a:rPr>
              <a:t>patterns</a:t>
            </a:r>
            <a:r>
              <a:rPr dirty="0" sz="2000" spc="-5">
                <a:solidFill>
                  <a:srgbClr val="0F2137"/>
                </a:solidFill>
                <a:latin typeface="Trebuchet MS"/>
                <a:cs typeface="Trebuchet MS"/>
              </a:rPr>
              <a:t> </a:t>
            </a:r>
            <a:r>
              <a:rPr dirty="0" sz="2000" spc="125">
                <a:solidFill>
                  <a:srgbClr val="0F2137"/>
                </a:solidFill>
                <a:latin typeface="Trebuchet MS"/>
                <a:cs typeface="Trebuchet MS"/>
              </a:rPr>
              <a:t>+</a:t>
            </a:r>
            <a:r>
              <a:rPr dirty="0" sz="2000" spc="-5">
                <a:solidFill>
                  <a:srgbClr val="0F2137"/>
                </a:solidFill>
                <a:latin typeface="Trebuchet MS"/>
                <a:cs typeface="Trebuchet MS"/>
              </a:rPr>
              <a:t> </a:t>
            </a:r>
            <a:r>
              <a:rPr dirty="0" sz="2000" spc="-20">
                <a:solidFill>
                  <a:srgbClr val="0F2137"/>
                </a:solidFill>
                <a:latin typeface="Trebuchet MS"/>
                <a:cs typeface="Trebuchet MS"/>
              </a:rPr>
              <a:t>live </a:t>
            </a:r>
            <a:r>
              <a:rPr dirty="0" sz="2000" spc="50">
                <a:solidFill>
                  <a:srgbClr val="0F2137"/>
                </a:solidFill>
                <a:latin typeface="Trebuchet MS"/>
                <a:cs typeface="Trebuchet MS"/>
              </a:rPr>
              <a:t>signals</a:t>
            </a:r>
            <a:r>
              <a:rPr dirty="0" sz="2000" spc="-40">
                <a:solidFill>
                  <a:srgbClr val="0F2137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0F2137"/>
                </a:solidFill>
                <a:latin typeface="Trebuchet MS"/>
                <a:cs typeface="Trebuchet MS"/>
              </a:rPr>
              <a:t>reveal</a:t>
            </a:r>
            <a:r>
              <a:rPr dirty="0" sz="2000" spc="-35">
                <a:solidFill>
                  <a:srgbClr val="0F2137"/>
                </a:solidFill>
                <a:latin typeface="Trebuchet MS"/>
                <a:cs typeface="Trebuchet MS"/>
              </a:rPr>
              <a:t> </a:t>
            </a:r>
            <a:r>
              <a:rPr dirty="0" sz="2000" spc="40">
                <a:solidFill>
                  <a:srgbClr val="0F2137"/>
                </a:solidFill>
                <a:latin typeface="Trebuchet MS"/>
                <a:cs typeface="Trebuchet MS"/>
              </a:rPr>
              <a:t>emerging </a:t>
            </a:r>
            <a:r>
              <a:rPr dirty="0" sz="2000" spc="100">
                <a:solidFill>
                  <a:srgbClr val="0F2137"/>
                </a:solidFill>
                <a:latin typeface="Trebuchet MS"/>
                <a:cs typeface="Trebuchet MS"/>
              </a:rPr>
              <a:t>hotspots</a:t>
            </a:r>
            <a:r>
              <a:rPr dirty="0" sz="2000" spc="-55">
                <a:solidFill>
                  <a:srgbClr val="0F2137"/>
                </a:solidFill>
                <a:latin typeface="Trebuchet MS"/>
                <a:cs typeface="Trebuchet MS"/>
              </a:rPr>
              <a:t> </a:t>
            </a:r>
            <a:r>
              <a:rPr dirty="0" sz="2000" spc="85">
                <a:solidFill>
                  <a:srgbClr val="0F2137"/>
                </a:solidFill>
                <a:latin typeface="Trebuchet MS"/>
                <a:cs typeface="Trebuchet MS"/>
              </a:rPr>
              <a:t>and</a:t>
            </a:r>
            <a:r>
              <a:rPr dirty="0" sz="2000" spc="-50">
                <a:solidFill>
                  <a:srgbClr val="0F2137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0F2137"/>
                </a:solidFill>
                <a:latin typeface="Trebuchet MS"/>
                <a:cs typeface="Trebuchet MS"/>
              </a:rPr>
              <a:t>trigger </a:t>
            </a:r>
            <a:r>
              <a:rPr dirty="0" sz="2000" spc="50">
                <a:solidFill>
                  <a:srgbClr val="0F2137"/>
                </a:solidFill>
                <a:latin typeface="Trebuchet MS"/>
                <a:cs typeface="Trebuchet MS"/>
              </a:rPr>
              <a:t>proactive</a:t>
            </a:r>
            <a:r>
              <a:rPr dirty="0" sz="2000" spc="20">
                <a:solidFill>
                  <a:srgbClr val="0F2137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0F2137"/>
                </a:solidFill>
                <a:latin typeface="Trebuchet MS"/>
                <a:cs typeface="Trebuchet MS"/>
              </a:rPr>
              <a:t>signal</a:t>
            </a:r>
            <a:r>
              <a:rPr dirty="0" sz="2000" spc="25">
                <a:solidFill>
                  <a:srgbClr val="0F2137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0F2137"/>
                </a:solidFill>
                <a:latin typeface="Trebuchet MS"/>
                <a:cs typeface="Trebuchet MS"/>
              </a:rPr>
              <a:t>plans.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713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01700" y="522605"/>
            <a:ext cx="180149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5" b="1">
                <a:solidFill>
                  <a:srgbClr val="65D9FF"/>
                </a:solidFill>
                <a:latin typeface="Arial"/>
                <a:cs typeface="Arial"/>
              </a:rPr>
              <a:t>S</a:t>
            </a:r>
            <a:r>
              <a:rPr dirty="0" sz="1350" spc="-190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350" spc="55" b="1">
                <a:solidFill>
                  <a:srgbClr val="65D9FF"/>
                </a:solidFill>
                <a:latin typeface="Arial"/>
                <a:cs typeface="Arial"/>
              </a:rPr>
              <a:t>M</a:t>
            </a:r>
            <a:r>
              <a:rPr dirty="0" sz="1350" spc="-18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350" spc="-35" b="1">
                <a:solidFill>
                  <a:srgbClr val="65D9FF"/>
                </a:solidFill>
                <a:latin typeface="Arial"/>
                <a:cs typeface="Arial"/>
              </a:rPr>
              <a:t>A</a:t>
            </a:r>
            <a:r>
              <a:rPr dirty="0" sz="1350" spc="-18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350" spc="-145" b="1">
                <a:solidFill>
                  <a:srgbClr val="65D9FF"/>
                </a:solidFill>
                <a:latin typeface="Arial"/>
                <a:cs typeface="Arial"/>
              </a:rPr>
              <a:t>R</a:t>
            </a:r>
            <a:r>
              <a:rPr dirty="0" sz="1350" spc="-190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350" spc="-40" b="1">
                <a:solidFill>
                  <a:srgbClr val="65D9FF"/>
                </a:solidFill>
                <a:latin typeface="Arial"/>
                <a:cs typeface="Arial"/>
              </a:rPr>
              <a:t>T</a:t>
            </a:r>
            <a:r>
              <a:rPr dirty="0" sz="1350" spc="-18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350" spc="-90" b="1">
                <a:solidFill>
                  <a:srgbClr val="65D9FF"/>
                </a:solidFill>
                <a:latin typeface="Arial"/>
                <a:cs typeface="Arial"/>
              </a:rPr>
              <a:t>F</a:t>
            </a:r>
            <a:r>
              <a:rPr dirty="0" sz="1350" spc="-18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350" spc="-90" b="1">
                <a:solidFill>
                  <a:srgbClr val="65D9FF"/>
                </a:solidFill>
                <a:latin typeface="Arial"/>
                <a:cs typeface="Arial"/>
              </a:rPr>
              <a:t>L</a:t>
            </a:r>
            <a:r>
              <a:rPr dirty="0" sz="1350" spc="-18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65D9FF"/>
                </a:solidFill>
                <a:latin typeface="Arial"/>
                <a:cs typeface="Arial"/>
              </a:rPr>
              <a:t>O</a:t>
            </a:r>
            <a:r>
              <a:rPr dirty="0" sz="1350" spc="-190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350" spc="75" b="1">
                <a:solidFill>
                  <a:srgbClr val="65D9FF"/>
                </a:solidFill>
                <a:latin typeface="Arial"/>
                <a:cs typeface="Arial"/>
              </a:rPr>
              <a:t>W</a:t>
            </a:r>
            <a:r>
              <a:rPr dirty="0" sz="1350" spc="33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350" spc="190" b="1">
                <a:solidFill>
                  <a:srgbClr val="65D9FF"/>
                </a:solidFill>
                <a:latin typeface="Arial"/>
                <a:cs typeface="Arial"/>
              </a:rPr>
              <a:t>/</a:t>
            </a:r>
            <a:r>
              <a:rPr dirty="0" sz="1350" spc="33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350" spc="220" b="1">
                <a:solidFill>
                  <a:srgbClr val="65D9FF"/>
                </a:solidFill>
                <a:latin typeface="Arial"/>
                <a:cs typeface="Arial"/>
              </a:rPr>
              <a:t>06</a:t>
            </a:r>
            <a:endParaRPr sz="135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600">
                <a:solidFill>
                  <a:srgbClr val="F4F7FB"/>
                </a:solidFill>
              </a:rPr>
              <a:t>From</a:t>
            </a:r>
            <a:r>
              <a:rPr dirty="0" sz="4600" spc="-30">
                <a:solidFill>
                  <a:srgbClr val="F4F7FB"/>
                </a:solidFill>
              </a:rPr>
              <a:t> </a:t>
            </a:r>
            <a:r>
              <a:rPr dirty="0" sz="4600">
                <a:solidFill>
                  <a:srgbClr val="F4F7FB"/>
                </a:solidFill>
              </a:rPr>
              <a:t>static</a:t>
            </a:r>
            <a:r>
              <a:rPr dirty="0" sz="4600" spc="-150">
                <a:solidFill>
                  <a:srgbClr val="F4F7FB"/>
                </a:solidFill>
              </a:rPr>
              <a:t> </a:t>
            </a:r>
            <a:r>
              <a:rPr dirty="0" sz="4600">
                <a:solidFill>
                  <a:srgbClr val="F4F7FB"/>
                </a:solidFill>
              </a:rPr>
              <a:t>timing</a:t>
            </a:r>
            <a:r>
              <a:rPr dirty="0" sz="4600" spc="90">
                <a:solidFill>
                  <a:srgbClr val="F4F7FB"/>
                </a:solidFill>
              </a:rPr>
              <a:t> </a:t>
            </a:r>
            <a:r>
              <a:rPr dirty="0" sz="4600">
                <a:solidFill>
                  <a:srgbClr val="F4F7FB"/>
                </a:solidFill>
              </a:rPr>
              <a:t>to</a:t>
            </a:r>
            <a:r>
              <a:rPr dirty="0" sz="4600" spc="-105">
                <a:solidFill>
                  <a:srgbClr val="F4F7FB"/>
                </a:solidFill>
              </a:rPr>
              <a:t> </a:t>
            </a:r>
            <a:r>
              <a:rPr dirty="0" sz="4600">
                <a:solidFill>
                  <a:srgbClr val="F4F7FB"/>
                </a:solidFill>
              </a:rPr>
              <a:t>adaptive</a:t>
            </a:r>
            <a:r>
              <a:rPr dirty="0" sz="4600" spc="-145">
                <a:solidFill>
                  <a:srgbClr val="F4F7FB"/>
                </a:solidFill>
              </a:rPr>
              <a:t> </a:t>
            </a:r>
            <a:r>
              <a:rPr dirty="0" sz="4600" spc="55">
                <a:solidFill>
                  <a:srgbClr val="F4F7FB"/>
                </a:solidFill>
              </a:rPr>
              <a:t>flow</a:t>
            </a:r>
            <a:endParaRPr sz="4600"/>
          </a:p>
        </p:txBody>
      </p:sp>
      <p:sp>
        <p:nvSpPr>
          <p:cNvPr id="5" name="object 5"/>
          <p:cNvSpPr/>
          <p:nvPr/>
        </p:nvSpPr>
        <p:spPr>
          <a:xfrm>
            <a:off x="914400" y="1695450"/>
            <a:ext cx="16459200" cy="0"/>
          </a:xfrm>
          <a:custGeom>
            <a:avLst/>
            <a:gdLst/>
            <a:ahLst/>
            <a:cxnLst/>
            <a:rect l="l" t="t" r="r" b="b"/>
            <a:pathLst>
              <a:path w="16459200" h="0">
                <a:moveTo>
                  <a:pt x="0" y="0"/>
                </a:moveTo>
                <a:lnTo>
                  <a:pt x="16459198" y="0"/>
                </a:lnTo>
              </a:path>
            </a:pathLst>
          </a:custGeom>
          <a:ln w="19049">
            <a:solidFill>
              <a:srgbClr val="0F253C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2571750"/>
            <a:ext cx="6572249" cy="5810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72750" y="2571750"/>
            <a:ext cx="6572249" cy="581024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30300" y="8535034"/>
            <a:ext cx="2712085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36675" algn="l"/>
                <a:tab pos="1663064" algn="l"/>
              </a:tabLst>
            </a:pPr>
            <a:r>
              <a:rPr dirty="0" sz="1950" spc="-190" b="1">
                <a:solidFill>
                  <a:srgbClr val="FF5E6D"/>
                </a:solidFill>
                <a:latin typeface="Arial"/>
                <a:cs typeface="Arial"/>
              </a:rPr>
              <a:t>B</a:t>
            </a:r>
            <a:r>
              <a:rPr dirty="0" sz="1950" spc="-265" b="1">
                <a:solidFill>
                  <a:srgbClr val="FF5E6D"/>
                </a:solidFill>
                <a:latin typeface="Arial"/>
                <a:cs typeface="Arial"/>
              </a:rPr>
              <a:t> </a:t>
            </a:r>
            <a:r>
              <a:rPr dirty="0" sz="1950" spc="-190" b="1">
                <a:solidFill>
                  <a:srgbClr val="FF5E6D"/>
                </a:solidFill>
                <a:latin typeface="Arial"/>
                <a:cs typeface="Arial"/>
              </a:rPr>
              <a:t>E</a:t>
            </a:r>
            <a:r>
              <a:rPr dirty="0" sz="1950" spc="-260" b="1">
                <a:solidFill>
                  <a:srgbClr val="FF5E6D"/>
                </a:solidFill>
                <a:latin typeface="Arial"/>
                <a:cs typeface="Arial"/>
              </a:rPr>
              <a:t> </a:t>
            </a:r>
            <a:r>
              <a:rPr dirty="0" sz="1950" spc="-125" b="1">
                <a:solidFill>
                  <a:srgbClr val="FF5E6D"/>
                </a:solidFill>
                <a:latin typeface="Arial"/>
                <a:cs typeface="Arial"/>
              </a:rPr>
              <a:t>F</a:t>
            </a:r>
            <a:r>
              <a:rPr dirty="0" sz="1950" spc="-260" b="1">
                <a:solidFill>
                  <a:srgbClr val="FF5E6D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FF5E6D"/>
                </a:solidFill>
                <a:latin typeface="Arial"/>
                <a:cs typeface="Arial"/>
              </a:rPr>
              <a:t>O</a:t>
            </a:r>
            <a:r>
              <a:rPr dirty="0" sz="1950" spc="-265" b="1">
                <a:solidFill>
                  <a:srgbClr val="FF5E6D"/>
                </a:solidFill>
                <a:latin typeface="Arial"/>
                <a:cs typeface="Arial"/>
              </a:rPr>
              <a:t> </a:t>
            </a:r>
            <a:r>
              <a:rPr dirty="0" sz="1950" spc="-204" b="1">
                <a:solidFill>
                  <a:srgbClr val="FF5E6D"/>
                </a:solidFill>
                <a:latin typeface="Arial"/>
                <a:cs typeface="Arial"/>
              </a:rPr>
              <a:t>R</a:t>
            </a:r>
            <a:r>
              <a:rPr dirty="0" sz="1950" spc="-260" b="1">
                <a:solidFill>
                  <a:srgbClr val="FF5E6D"/>
                </a:solidFill>
                <a:latin typeface="Arial"/>
                <a:cs typeface="Arial"/>
              </a:rPr>
              <a:t> </a:t>
            </a:r>
            <a:r>
              <a:rPr dirty="0" sz="1950" spc="-50" b="1">
                <a:solidFill>
                  <a:srgbClr val="FF5E6D"/>
                </a:solidFill>
                <a:latin typeface="Arial"/>
                <a:cs typeface="Arial"/>
              </a:rPr>
              <a:t>E</a:t>
            </a:r>
            <a:r>
              <a:rPr dirty="0" sz="1950" b="1">
                <a:solidFill>
                  <a:srgbClr val="FF5E6D"/>
                </a:solidFill>
                <a:latin typeface="Arial"/>
                <a:cs typeface="Arial"/>
              </a:rPr>
              <a:t>	</a:t>
            </a:r>
            <a:r>
              <a:rPr dirty="0" sz="1950" spc="225" b="1">
                <a:solidFill>
                  <a:srgbClr val="FF5E6D"/>
                </a:solidFill>
                <a:latin typeface="Arial"/>
                <a:cs typeface="Arial"/>
              </a:rPr>
              <a:t>/</a:t>
            </a:r>
            <a:r>
              <a:rPr dirty="0" sz="1950" b="1">
                <a:solidFill>
                  <a:srgbClr val="FF5E6D"/>
                </a:solidFill>
                <a:latin typeface="Arial"/>
                <a:cs typeface="Arial"/>
              </a:rPr>
              <a:t>	</a:t>
            </a:r>
            <a:r>
              <a:rPr dirty="0" sz="1950" spc="-150" b="1">
                <a:solidFill>
                  <a:srgbClr val="FF5E6D"/>
                </a:solidFill>
                <a:latin typeface="Arial"/>
                <a:cs typeface="Arial"/>
              </a:rPr>
              <a:t>S</a:t>
            </a:r>
            <a:r>
              <a:rPr dirty="0" sz="1950" spc="-265" b="1">
                <a:solidFill>
                  <a:srgbClr val="FF5E6D"/>
                </a:solidFill>
                <a:latin typeface="Arial"/>
                <a:cs typeface="Arial"/>
              </a:rPr>
              <a:t> </a:t>
            </a:r>
            <a:r>
              <a:rPr dirty="0" sz="1950" spc="-45" b="1">
                <a:solidFill>
                  <a:srgbClr val="FF5E6D"/>
                </a:solidFill>
                <a:latin typeface="Arial"/>
                <a:cs typeface="Arial"/>
              </a:rPr>
              <a:t>T</a:t>
            </a:r>
            <a:r>
              <a:rPr dirty="0" sz="1950" spc="-260" b="1">
                <a:solidFill>
                  <a:srgbClr val="FF5E6D"/>
                </a:solidFill>
                <a:latin typeface="Arial"/>
                <a:cs typeface="Arial"/>
              </a:rPr>
              <a:t> </a:t>
            </a:r>
            <a:r>
              <a:rPr dirty="0" sz="1950" spc="-65" b="1">
                <a:solidFill>
                  <a:srgbClr val="FF5E6D"/>
                </a:solidFill>
                <a:latin typeface="Arial"/>
                <a:cs typeface="Arial"/>
              </a:rPr>
              <a:t>A</a:t>
            </a:r>
            <a:r>
              <a:rPr dirty="0" sz="1950" spc="-260" b="1">
                <a:solidFill>
                  <a:srgbClr val="FF5E6D"/>
                </a:solidFill>
                <a:latin typeface="Arial"/>
                <a:cs typeface="Arial"/>
              </a:rPr>
              <a:t> </a:t>
            </a:r>
            <a:r>
              <a:rPr dirty="0" sz="1950" spc="-45" b="1">
                <a:solidFill>
                  <a:srgbClr val="FF5E6D"/>
                </a:solidFill>
                <a:latin typeface="Arial"/>
                <a:cs typeface="Arial"/>
              </a:rPr>
              <a:t>T</a:t>
            </a:r>
            <a:r>
              <a:rPr dirty="0" sz="1950" spc="-265" b="1">
                <a:solidFill>
                  <a:srgbClr val="FF5E6D"/>
                </a:solidFill>
                <a:latin typeface="Arial"/>
                <a:cs typeface="Arial"/>
              </a:rPr>
              <a:t> </a:t>
            </a:r>
            <a:r>
              <a:rPr dirty="0" sz="1950" spc="-35" b="1">
                <a:solidFill>
                  <a:srgbClr val="FF5E6D"/>
                </a:solidFill>
                <a:latin typeface="Arial"/>
                <a:cs typeface="Arial"/>
              </a:rPr>
              <a:t>I</a:t>
            </a:r>
            <a:r>
              <a:rPr dirty="0" sz="1950" spc="-260" b="1">
                <a:solidFill>
                  <a:srgbClr val="FF5E6D"/>
                </a:solidFill>
                <a:latin typeface="Arial"/>
                <a:cs typeface="Arial"/>
              </a:rPr>
              <a:t> </a:t>
            </a:r>
            <a:r>
              <a:rPr dirty="0" sz="1950" spc="-50" b="1">
                <a:solidFill>
                  <a:srgbClr val="FF5E6D"/>
                </a:solidFill>
                <a:latin typeface="Arial"/>
                <a:cs typeface="Arial"/>
              </a:rPr>
              <a:t>C</a:t>
            </a:r>
            <a:endParaRPr sz="19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60049" y="8535034"/>
            <a:ext cx="2910840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27125" algn="l"/>
                <a:tab pos="1452880" algn="l"/>
              </a:tabLst>
            </a:pPr>
            <a:r>
              <a:rPr dirty="0" sz="1950" spc="-65" b="1">
                <a:solidFill>
                  <a:srgbClr val="37D5A2"/>
                </a:solidFill>
                <a:latin typeface="Arial"/>
                <a:cs typeface="Arial"/>
              </a:rPr>
              <a:t>A</a:t>
            </a:r>
            <a:r>
              <a:rPr dirty="0" sz="1950" spc="-265" b="1">
                <a:solidFill>
                  <a:srgbClr val="37D5A2"/>
                </a:solidFill>
                <a:latin typeface="Arial"/>
                <a:cs typeface="Arial"/>
              </a:rPr>
              <a:t> </a:t>
            </a:r>
            <a:r>
              <a:rPr dirty="0" sz="1950" spc="-125" b="1">
                <a:solidFill>
                  <a:srgbClr val="37D5A2"/>
                </a:solidFill>
                <a:latin typeface="Arial"/>
                <a:cs typeface="Arial"/>
              </a:rPr>
              <a:t>F</a:t>
            </a:r>
            <a:r>
              <a:rPr dirty="0" sz="1950" spc="-260" b="1">
                <a:solidFill>
                  <a:srgbClr val="37D5A2"/>
                </a:solidFill>
                <a:latin typeface="Arial"/>
                <a:cs typeface="Arial"/>
              </a:rPr>
              <a:t> </a:t>
            </a:r>
            <a:r>
              <a:rPr dirty="0" sz="1950" spc="-45" b="1">
                <a:solidFill>
                  <a:srgbClr val="37D5A2"/>
                </a:solidFill>
                <a:latin typeface="Arial"/>
                <a:cs typeface="Arial"/>
              </a:rPr>
              <a:t>T</a:t>
            </a:r>
            <a:r>
              <a:rPr dirty="0" sz="1950" spc="-265" b="1">
                <a:solidFill>
                  <a:srgbClr val="37D5A2"/>
                </a:solidFill>
                <a:latin typeface="Arial"/>
                <a:cs typeface="Arial"/>
              </a:rPr>
              <a:t> </a:t>
            </a:r>
            <a:r>
              <a:rPr dirty="0" sz="1950" spc="-190" b="1">
                <a:solidFill>
                  <a:srgbClr val="37D5A2"/>
                </a:solidFill>
                <a:latin typeface="Arial"/>
                <a:cs typeface="Arial"/>
              </a:rPr>
              <a:t>E</a:t>
            </a:r>
            <a:r>
              <a:rPr dirty="0" sz="1950" spc="-260" b="1">
                <a:solidFill>
                  <a:srgbClr val="37D5A2"/>
                </a:solidFill>
                <a:latin typeface="Arial"/>
                <a:cs typeface="Arial"/>
              </a:rPr>
              <a:t> </a:t>
            </a:r>
            <a:r>
              <a:rPr dirty="0" sz="1950" spc="-50" b="1">
                <a:solidFill>
                  <a:srgbClr val="37D5A2"/>
                </a:solidFill>
                <a:latin typeface="Arial"/>
                <a:cs typeface="Arial"/>
              </a:rPr>
              <a:t>R</a:t>
            </a:r>
            <a:r>
              <a:rPr dirty="0" sz="1950" b="1">
                <a:solidFill>
                  <a:srgbClr val="37D5A2"/>
                </a:solidFill>
                <a:latin typeface="Arial"/>
                <a:cs typeface="Arial"/>
              </a:rPr>
              <a:t>	</a:t>
            </a:r>
            <a:r>
              <a:rPr dirty="0" sz="1950" spc="225" b="1">
                <a:solidFill>
                  <a:srgbClr val="37D5A2"/>
                </a:solidFill>
                <a:latin typeface="Arial"/>
                <a:cs typeface="Arial"/>
              </a:rPr>
              <a:t>/</a:t>
            </a:r>
            <a:r>
              <a:rPr dirty="0" sz="1950" b="1">
                <a:solidFill>
                  <a:srgbClr val="37D5A2"/>
                </a:solidFill>
                <a:latin typeface="Arial"/>
                <a:cs typeface="Arial"/>
              </a:rPr>
              <a:t>	</a:t>
            </a:r>
            <a:r>
              <a:rPr dirty="0" sz="1950" spc="-65" b="1">
                <a:solidFill>
                  <a:srgbClr val="37D5A2"/>
                </a:solidFill>
                <a:latin typeface="Arial"/>
                <a:cs typeface="Arial"/>
              </a:rPr>
              <a:t>A</a:t>
            </a:r>
            <a:r>
              <a:rPr dirty="0" sz="1950" spc="-265" b="1">
                <a:solidFill>
                  <a:srgbClr val="37D5A2"/>
                </a:solidFill>
                <a:latin typeface="Arial"/>
                <a:cs typeface="Arial"/>
              </a:rPr>
              <a:t> </a:t>
            </a:r>
            <a:r>
              <a:rPr dirty="0" sz="1950" spc="-35" b="1">
                <a:solidFill>
                  <a:srgbClr val="37D5A2"/>
                </a:solidFill>
                <a:latin typeface="Arial"/>
                <a:cs typeface="Arial"/>
              </a:rPr>
              <a:t>D</a:t>
            </a:r>
            <a:r>
              <a:rPr dirty="0" sz="1950" spc="-265" b="1">
                <a:solidFill>
                  <a:srgbClr val="37D5A2"/>
                </a:solidFill>
                <a:latin typeface="Arial"/>
                <a:cs typeface="Arial"/>
              </a:rPr>
              <a:t> </a:t>
            </a:r>
            <a:r>
              <a:rPr dirty="0" sz="1950" spc="-65" b="1">
                <a:solidFill>
                  <a:srgbClr val="37D5A2"/>
                </a:solidFill>
                <a:latin typeface="Arial"/>
                <a:cs typeface="Arial"/>
              </a:rPr>
              <a:t>A</a:t>
            </a:r>
            <a:r>
              <a:rPr dirty="0" sz="1950" spc="-260" b="1">
                <a:solidFill>
                  <a:srgbClr val="37D5A2"/>
                </a:solidFill>
                <a:latin typeface="Arial"/>
                <a:cs typeface="Arial"/>
              </a:rPr>
              <a:t> </a:t>
            </a:r>
            <a:r>
              <a:rPr dirty="0" sz="1950" spc="-125" b="1">
                <a:solidFill>
                  <a:srgbClr val="37D5A2"/>
                </a:solidFill>
                <a:latin typeface="Arial"/>
                <a:cs typeface="Arial"/>
              </a:rPr>
              <a:t>P</a:t>
            </a:r>
            <a:r>
              <a:rPr dirty="0" sz="1950" spc="-265" b="1">
                <a:solidFill>
                  <a:srgbClr val="37D5A2"/>
                </a:solidFill>
                <a:latin typeface="Arial"/>
                <a:cs typeface="Arial"/>
              </a:rPr>
              <a:t> </a:t>
            </a:r>
            <a:r>
              <a:rPr dirty="0" sz="1950" spc="-45" b="1">
                <a:solidFill>
                  <a:srgbClr val="37D5A2"/>
                </a:solidFill>
                <a:latin typeface="Arial"/>
                <a:cs typeface="Arial"/>
              </a:rPr>
              <a:t>T</a:t>
            </a:r>
            <a:r>
              <a:rPr dirty="0" sz="1950" spc="-260" b="1">
                <a:solidFill>
                  <a:srgbClr val="37D5A2"/>
                </a:solidFill>
                <a:latin typeface="Arial"/>
                <a:cs typeface="Arial"/>
              </a:rPr>
              <a:t> </a:t>
            </a:r>
            <a:r>
              <a:rPr dirty="0" sz="1950" spc="-35" b="1">
                <a:solidFill>
                  <a:srgbClr val="37D5A2"/>
                </a:solidFill>
                <a:latin typeface="Arial"/>
                <a:cs typeface="Arial"/>
              </a:rPr>
              <a:t>I</a:t>
            </a:r>
            <a:r>
              <a:rPr dirty="0" sz="1950" spc="-265" b="1">
                <a:solidFill>
                  <a:srgbClr val="37D5A2"/>
                </a:solidFill>
                <a:latin typeface="Arial"/>
                <a:cs typeface="Arial"/>
              </a:rPr>
              <a:t> </a:t>
            </a:r>
            <a:r>
              <a:rPr dirty="0" sz="1950" spc="50" b="1">
                <a:solidFill>
                  <a:srgbClr val="37D5A2"/>
                </a:solidFill>
                <a:latin typeface="Arial"/>
                <a:cs typeface="Arial"/>
              </a:rPr>
              <a:t>V</a:t>
            </a:r>
            <a:r>
              <a:rPr dirty="0" sz="1950" spc="-260" b="1">
                <a:solidFill>
                  <a:srgbClr val="37D5A2"/>
                </a:solidFill>
                <a:latin typeface="Arial"/>
                <a:cs typeface="Arial"/>
              </a:rPr>
              <a:t> </a:t>
            </a:r>
            <a:r>
              <a:rPr dirty="0" sz="1950" spc="-50" b="1">
                <a:solidFill>
                  <a:srgbClr val="37D5A2"/>
                </a:solidFill>
                <a:latin typeface="Arial"/>
                <a:cs typeface="Arial"/>
              </a:rPr>
              <a:t>E</a:t>
            </a:r>
            <a:endParaRPr sz="19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02675" y="5066601"/>
            <a:ext cx="932180" cy="5156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200" spc="3885" b="1">
                <a:solidFill>
                  <a:srgbClr val="65D9FF"/>
                </a:solidFill>
                <a:latin typeface="Arial"/>
                <a:cs typeface="Arial"/>
              </a:rPr>
              <a:t>→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522605"/>
            <a:ext cx="178435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5" b="1">
                <a:solidFill>
                  <a:srgbClr val="26A6FF"/>
                </a:solidFill>
                <a:latin typeface="Arial"/>
                <a:cs typeface="Arial"/>
              </a:rPr>
              <a:t>S</a:t>
            </a:r>
            <a:r>
              <a:rPr dirty="0" sz="1350" spc="-19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55" b="1">
                <a:solidFill>
                  <a:srgbClr val="26A6FF"/>
                </a:solidFill>
                <a:latin typeface="Arial"/>
                <a:cs typeface="Arial"/>
              </a:rPr>
              <a:t>M</a:t>
            </a:r>
            <a:r>
              <a:rPr dirty="0" sz="1350" spc="-18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-35" b="1">
                <a:solidFill>
                  <a:srgbClr val="26A6FF"/>
                </a:solidFill>
                <a:latin typeface="Arial"/>
                <a:cs typeface="Arial"/>
              </a:rPr>
              <a:t>A</a:t>
            </a:r>
            <a:r>
              <a:rPr dirty="0" sz="1350" spc="-18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-145" b="1">
                <a:solidFill>
                  <a:srgbClr val="26A6FF"/>
                </a:solidFill>
                <a:latin typeface="Arial"/>
                <a:cs typeface="Arial"/>
              </a:rPr>
              <a:t>R</a:t>
            </a:r>
            <a:r>
              <a:rPr dirty="0" sz="1350" spc="-19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-40" b="1">
                <a:solidFill>
                  <a:srgbClr val="26A6FF"/>
                </a:solidFill>
                <a:latin typeface="Arial"/>
                <a:cs typeface="Arial"/>
              </a:rPr>
              <a:t>T</a:t>
            </a:r>
            <a:r>
              <a:rPr dirty="0" sz="1350" spc="-18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-90" b="1">
                <a:solidFill>
                  <a:srgbClr val="26A6FF"/>
                </a:solidFill>
                <a:latin typeface="Arial"/>
                <a:cs typeface="Arial"/>
              </a:rPr>
              <a:t>F</a:t>
            </a:r>
            <a:r>
              <a:rPr dirty="0" sz="1350" spc="-18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-90" b="1">
                <a:solidFill>
                  <a:srgbClr val="26A6FF"/>
                </a:solidFill>
                <a:latin typeface="Arial"/>
                <a:cs typeface="Arial"/>
              </a:rPr>
              <a:t>L</a:t>
            </a:r>
            <a:r>
              <a:rPr dirty="0" sz="1350" spc="-18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26A6FF"/>
                </a:solidFill>
                <a:latin typeface="Arial"/>
                <a:cs typeface="Arial"/>
              </a:rPr>
              <a:t>O</a:t>
            </a:r>
            <a:r>
              <a:rPr dirty="0" sz="1350" spc="-19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75" b="1">
                <a:solidFill>
                  <a:srgbClr val="26A6FF"/>
                </a:solidFill>
                <a:latin typeface="Arial"/>
                <a:cs typeface="Arial"/>
              </a:rPr>
              <a:t>W</a:t>
            </a:r>
            <a:r>
              <a:rPr dirty="0" sz="1350" spc="33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190" b="1">
                <a:solidFill>
                  <a:srgbClr val="26A6FF"/>
                </a:solidFill>
                <a:latin typeface="Arial"/>
                <a:cs typeface="Arial"/>
              </a:rPr>
              <a:t>/</a:t>
            </a:r>
            <a:r>
              <a:rPr dirty="0" sz="1350" spc="33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150" b="1">
                <a:solidFill>
                  <a:srgbClr val="26A6FF"/>
                </a:solidFill>
                <a:latin typeface="Arial"/>
                <a:cs typeface="Arial"/>
              </a:rPr>
              <a:t>07</a:t>
            </a:r>
            <a:endParaRPr sz="13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600"/>
              <a:t>Detection</a:t>
            </a:r>
            <a:r>
              <a:rPr dirty="0" sz="4600" spc="20"/>
              <a:t> </a:t>
            </a:r>
            <a:r>
              <a:rPr dirty="0" sz="4600"/>
              <a:t>to</a:t>
            </a:r>
            <a:r>
              <a:rPr dirty="0" sz="4600" spc="-185"/>
              <a:t> </a:t>
            </a:r>
            <a:r>
              <a:rPr dirty="0" sz="4600"/>
              <a:t>dispatch</a:t>
            </a:r>
            <a:r>
              <a:rPr dirty="0" sz="4600" spc="15"/>
              <a:t> </a:t>
            </a:r>
            <a:r>
              <a:rPr dirty="0" sz="4600" spc="944"/>
              <a:t>—</a:t>
            </a:r>
            <a:r>
              <a:rPr dirty="0" sz="4600" spc="-280"/>
              <a:t> </a:t>
            </a:r>
            <a:r>
              <a:rPr dirty="0" sz="4600" spc="-340"/>
              <a:t>w</a:t>
            </a:r>
            <a:r>
              <a:rPr dirty="0" sz="4600" spc="229"/>
              <a:t>i</a:t>
            </a:r>
            <a:r>
              <a:rPr dirty="0" sz="4600" spc="-114"/>
              <a:t>t</a:t>
            </a:r>
            <a:r>
              <a:rPr dirty="0" sz="4600" spc="75"/>
              <a:t>h</a:t>
            </a:r>
            <a:r>
              <a:rPr dirty="0" sz="4600" spc="-114"/>
              <a:t>o</a:t>
            </a:r>
            <a:r>
              <a:rPr dirty="0" sz="4600" spc="85"/>
              <a:t>u</a:t>
            </a:r>
            <a:r>
              <a:rPr dirty="0" sz="4600" spc="-15"/>
              <a:t>t</a:t>
            </a:r>
            <a:r>
              <a:rPr dirty="0" sz="4600" spc="-165"/>
              <a:t> </a:t>
            </a:r>
            <a:r>
              <a:rPr dirty="0" sz="4600" spc="-10"/>
              <a:t>delay</a:t>
            </a:r>
            <a:endParaRPr sz="4600"/>
          </a:p>
        </p:txBody>
      </p:sp>
      <p:sp>
        <p:nvSpPr>
          <p:cNvPr id="4" name="object 4"/>
          <p:cNvSpPr/>
          <p:nvPr/>
        </p:nvSpPr>
        <p:spPr>
          <a:xfrm>
            <a:off x="914400" y="1695450"/>
            <a:ext cx="16459200" cy="0"/>
          </a:xfrm>
          <a:custGeom>
            <a:avLst/>
            <a:gdLst/>
            <a:ahLst/>
            <a:cxnLst/>
            <a:rect l="l" t="t" r="r" b="b"/>
            <a:pathLst>
              <a:path w="16459200" h="0">
                <a:moveTo>
                  <a:pt x="0" y="0"/>
                </a:moveTo>
                <a:lnTo>
                  <a:pt x="16459198" y="0"/>
                </a:lnTo>
              </a:path>
            </a:pathLst>
          </a:custGeom>
          <a:ln w="19049">
            <a:solidFill>
              <a:srgbClr val="CCDA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2000" y="3905250"/>
            <a:ext cx="2667000" cy="1524000"/>
          </a:xfrm>
          <a:custGeom>
            <a:avLst/>
            <a:gdLst/>
            <a:ahLst/>
            <a:cxnLst/>
            <a:rect l="l" t="t" r="r" b="b"/>
            <a:pathLst>
              <a:path w="2667000" h="1524000">
                <a:moveTo>
                  <a:pt x="2514599" y="1523999"/>
                </a:moveTo>
                <a:lnTo>
                  <a:pt x="152399" y="1523999"/>
                </a:lnTo>
                <a:lnTo>
                  <a:pt x="104229" y="1516230"/>
                </a:lnTo>
                <a:lnTo>
                  <a:pt x="62394" y="1494595"/>
                </a:lnTo>
                <a:lnTo>
                  <a:pt x="29404" y="1461605"/>
                </a:lnTo>
                <a:lnTo>
                  <a:pt x="7769" y="1419770"/>
                </a:lnTo>
                <a:lnTo>
                  <a:pt x="0" y="1371599"/>
                </a:lnTo>
                <a:lnTo>
                  <a:pt x="0" y="152399"/>
                </a:lnTo>
                <a:lnTo>
                  <a:pt x="7769" y="104229"/>
                </a:lnTo>
                <a:lnTo>
                  <a:pt x="29404" y="62394"/>
                </a:lnTo>
                <a:lnTo>
                  <a:pt x="62394" y="29404"/>
                </a:lnTo>
                <a:lnTo>
                  <a:pt x="104229" y="7769"/>
                </a:lnTo>
                <a:lnTo>
                  <a:pt x="152399" y="0"/>
                </a:lnTo>
                <a:lnTo>
                  <a:pt x="2514599" y="0"/>
                </a:lnTo>
                <a:lnTo>
                  <a:pt x="2562770" y="7769"/>
                </a:lnTo>
                <a:lnTo>
                  <a:pt x="2604605" y="29404"/>
                </a:lnTo>
                <a:lnTo>
                  <a:pt x="2637595" y="62394"/>
                </a:lnTo>
                <a:lnTo>
                  <a:pt x="2659230" y="104229"/>
                </a:lnTo>
                <a:lnTo>
                  <a:pt x="2666999" y="152399"/>
                </a:lnTo>
                <a:lnTo>
                  <a:pt x="2666999" y="1371599"/>
                </a:lnTo>
                <a:lnTo>
                  <a:pt x="2659230" y="1419770"/>
                </a:lnTo>
                <a:lnTo>
                  <a:pt x="2637595" y="1461605"/>
                </a:lnTo>
                <a:lnTo>
                  <a:pt x="2604605" y="1494595"/>
                </a:lnTo>
                <a:lnTo>
                  <a:pt x="2562770" y="1516230"/>
                </a:lnTo>
                <a:lnTo>
                  <a:pt x="2514599" y="1523999"/>
                </a:lnTo>
                <a:close/>
              </a:path>
            </a:pathLst>
          </a:custGeom>
          <a:solidFill>
            <a:srgbClr val="FF5E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502667" y="4300220"/>
            <a:ext cx="1185545" cy="654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55244">
              <a:lnSpc>
                <a:spcPct val="114599"/>
              </a:lnSpc>
              <a:spcBef>
                <a:spcPts val="100"/>
              </a:spcBef>
            </a:pPr>
            <a:r>
              <a:rPr dirty="0" sz="1800" spc="-10" b="1">
                <a:solidFill>
                  <a:srgbClr val="F4F7FB"/>
                </a:solidFill>
                <a:latin typeface="Arial"/>
                <a:cs typeface="Arial"/>
              </a:rPr>
              <a:t>INCIDENT </a:t>
            </a:r>
            <a:r>
              <a:rPr dirty="0" sz="1800" spc="-85" b="1">
                <a:solidFill>
                  <a:srgbClr val="F4F7FB"/>
                </a:solidFill>
                <a:latin typeface="Arial"/>
                <a:cs typeface="Arial"/>
              </a:rPr>
              <a:t>DETECTED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429000" y="3905250"/>
            <a:ext cx="3524250" cy="1524000"/>
            <a:chOff x="3429000" y="3905250"/>
            <a:chExt cx="3524250" cy="1524000"/>
          </a:xfrm>
        </p:grpSpPr>
        <p:sp>
          <p:nvSpPr>
            <p:cNvPr id="8" name="object 8"/>
            <p:cNvSpPr/>
            <p:nvPr/>
          </p:nvSpPr>
          <p:spPr>
            <a:xfrm>
              <a:off x="3448050" y="4667249"/>
              <a:ext cx="819150" cy="0"/>
            </a:xfrm>
            <a:custGeom>
              <a:avLst/>
              <a:gdLst/>
              <a:ahLst/>
              <a:cxnLst/>
              <a:rect l="l" t="t" r="r" b="b"/>
              <a:pathLst>
                <a:path w="819150" h="0">
                  <a:moveTo>
                    <a:pt x="0" y="0"/>
                  </a:moveTo>
                  <a:lnTo>
                    <a:pt x="819149" y="0"/>
                  </a:lnTo>
                </a:path>
              </a:pathLst>
            </a:custGeom>
            <a:ln w="38099">
              <a:solidFill>
                <a:srgbClr val="26A6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286249" y="3905250"/>
              <a:ext cx="2667000" cy="1524000"/>
            </a:xfrm>
            <a:custGeom>
              <a:avLst/>
              <a:gdLst/>
              <a:ahLst/>
              <a:cxnLst/>
              <a:rect l="l" t="t" r="r" b="b"/>
              <a:pathLst>
                <a:path w="2667000" h="1524000">
                  <a:moveTo>
                    <a:pt x="2514599" y="1523999"/>
                  </a:moveTo>
                  <a:lnTo>
                    <a:pt x="152399" y="1523999"/>
                  </a:lnTo>
                  <a:lnTo>
                    <a:pt x="104229" y="1516230"/>
                  </a:lnTo>
                  <a:lnTo>
                    <a:pt x="62394" y="1494595"/>
                  </a:lnTo>
                  <a:lnTo>
                    <a:pt x="29404" y="1461605"/>
                  </a:lnTo>
                  <a:lnTo>
                    <a:pt x="7769" y="1419770"/>
                  </a:lnTo>
                  <a:lnTo>
                    <a:pt x="0" y="1371599"/>
                  </a:lnTo>
                  <a:lnTo>
                    <a:pt x="0" y="152399"/>
                  </a:ln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399" y="0"/>
                  </a:lnTo>
                  <a:lnTo>
                    <a:pt x="2514599" y="0"/>
                  </a:lnTo>
                  <a:lnTo>
                    <a:pt x="2562770" y="7769"/>
                  </a:lnTo>
                  <a:lnTo>
                    <a:pt x="2604605" y="29404"/>
                  </a:lnTo>
                  <a:lnTo>
                    <a:pt x="2637595" y="62394"/>
                  </a:lnTo>
                  <a:lnTo>
                    <a:pt x="2659230" y="104229"/>
                  </a:lnTo>
                  <a:lnTo>
                    <a:pt x="2666999" y="152399"/>
                  </a:lnTo>
                  <a:lnTo>
                    <a:pt x="2666999" y="1371599"/>
                  </a:lnTo>
                  <a:lnTo>
                    <a:pt x="2659230" y="1419770"/>
                  </a:lnTo>
                  <a:lnTo>
                    <a:pt x="2637595" y="1461605"/>
                  </a:lnTo>
                  <a:lnTo>
                    <a:pt x="2604605" y="1494595"/>
                  </a:lnTo>
                  <a:lnTo>
                    <a:pt x="2562770" y="1516230"/>
                  </a:lnTo>
                  <a:lnTo>
                    <a:pt x="2514599" y="1523999"/>
                  </a:lnTo>
                  <a:close/>
                </a:path>
              </a:pathLst>
            </a:custGeom>
            <a:solidFill>
              <a:srgbClr val="0F253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4831506" y="4300220"/>
            <a:ext cx="1576705" cy="654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64845">
              <a:lnSpc>
                <a:spcPct val="114599"/>
              </a:lnSpc>
              <a:spcBef>
                <a:spcPts val="100"/>
              </a:spcBef>
            </a:pPr>
            <a:r>
              <a:rPr dirty="0" sz="1800" spc="-25" b="1">
                <a:solidFill>
                  <a:srgbClr val="F4F7FB"/>
                </a:solidFill>
                <a:latin typeface="Arial"/>
                <a:cs typeface="Arial"/>
              </a:rPr>
              <a:t>AI </a:t>
            </a:r>
            <a:r>
              <a:rPr dirty="0" sz="1800" spc="-50" b="1">
                <a:solidFill>
                  <a:srgbClr val="F4F7FB"/>
                </a:solidFill>
                <a:latin typeface="Arial"/>
                <a:cs typeface="Arial"/>
              </a:rPr>
              <a:t>VERIFICATION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953250" y="3905250"/>
            <a:ext cx="3524250" cy="1524000"/>
            <a:chOff x="6953250" y="3905250"/>
            <a:chExt cx="3524250" cy="1524000"/>
          </a:xfrm>
        </p:grpSpPr>
        <p:sp>
          <p:nvSpPr>
            <p:cNvPr id="12" name="object 12"/>
            <p:cNvSpPr/>
            <p:nvPr/>
          </p:nvSpPr>
          <p:spPr>
            <a:xfrm>
              <a:off x="6972300" y="4667249"/>
              <a:ext cx="819150" cy="0"/>
            </a:xfrm>
            <a:custGeom>
              <a:avLst/>
              <a:gdLst/>
              <a:ahLst/>
              <a:cxnLst/>
              <a:rect l="l" t="t" r="r" b="b"/>
              <a:pathLst>
                <a:path w="819150" h="0">
                  <a:moveTo>
                    <a:pt x="0" y="0"/>
                  </a:moveTo>
                  <a:lnTo>
                    <a:pt x="819149" y="0"/>
                  </a:lnTo>
                </a:path>
              </a:pathLst>
            </a:custGeom>
            <a:ln w="38099">
              <a:solidFill>
                <a:srgbClr val="26A6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810500" y="3905250"/>
              <a:ext cx="2667000" cy="1524000"/>
            </a:xfrm>
            <a:custGeom>
              <a:avLst/>
              <a:gdLst/>
              <a:ahLst/>
              <a:cxnLst/>
              <a:rect l="l" t="t" r="r" b="b"/>
              <a:pathLst>
                <a:path w="2667000" h="1524000">
                  <a:moveTo>
                    <a:pt x="2514599" y="1523999"/>
                  </a:moveTo>
                  <a:lnTo>
                    <a:pt x="152399" y="1523999"/>
                  </a:lnTo>
                  <a:lnTo>
                    <a:pt x="104229" y="1516230"/>
                  </a:lnTo>
                  <a:lnTo>
                    <a:pt x="62394" y="1494595"/>
                  </a:lnTo>
                  <a:lnTo>
                    <a:pt x="29404" y="1461605"/>
                  </a:lnTo>
                  <a:lnTo>
                    <a:pt x="7769" y="1419770"/>
                  </a:lnTo>
                  <a:lnTo>
                    <a:pt x="0" y="1371599"/>
                  </a:lnTo>
                  <a:lnTo>
                    <a:pt x="0" y="152399"/>
                  </a:ln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399" y="0"/>
                  </a:lnTo>
                  <a:lnTo>
                    <a:pt x="2514599" y="0"/>
                  </a:lnTo>
                  <a:lnTo>
                    <a:pt x="2562770" y="7769"/>
                  </a:lnTo>
                  <a:lnTo>
                    <a:pt x="2604605" y="29404"/>
                  </a:lnTo>
                  <a:lnTo>
                    <a:pt x="2637595" y="62394"/>
                  </a:lnTo>
                  <a:lnTo>
                    <a:pt x="2659230" y="104229"/>
                  </a:lnTo>
                  <a:lnTo>
                    <a:pt x="2666999" y="152399"/>
                  </a:lnTo>
                  <a:lnTo>
                    <a:pt x="2666999" y="1371599"/>
                  </a:lnTo>
                  <a:lnTo>
                    <a:pt x="2659230" y="1419770"/>
                  </a:lnTo>
                  <a:lnTo>
                    <a:pt x="2637595" y="1461605"/>
                  </a:lnTo>
                  <a:lnTo>
                    <a:pt x="2604605" y="1494595"/>
                  </a:lnTo>
                  <a:lnTo>
                    <a:pt x="2562770" y="1516230"/>
                  </a:lnTo>
                  <a:lnTo>
                    <a:pt x="2514599" y="1523999"/>
                  </a:lnTo>
                  <a:close/>
                </a:path>
              </a:pathLst>
            </a:custGeom>
            <a:solidFill>
              <a:srgbClr val="0F253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8344445" y="4300220"/>
            <a:ext cx="1599565" cy="654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1295" marR="5080" indent="-189230">
              <a:lnSpc>
                <a:spcPct val="114599"/>
              </a:lnSpc>
              <a:spcBef>
                <a:spcPts val="100"/>
              </a:spcBef>
            </a:pPr>
            <a:r>
              <a:rPr dirty="0" sz="1800" spc="-114" b="1">
                <a:solidFill>
                  <a:srgbClr val="F4F7FB"/>
                </a:solidFill>
                <a:latin typeface="Arial"/>
                <a:cs typeface="Arial"/>
              </a:rPr>
              <a:t>NEAREST</a:t>
            </a:r>
            <a:r>
              <a:rPr dirty="0" sz="1800" spc="-20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800" spc="-35" b="1">
                <a:solidFill>
                  <a:srgbClr val="F4F7FB"/>
                </a:solidFill>
                <a:latin typeface="Arial"/>
                <a:cs typeface="Arial"/>
              </a:rPr>
              <a:t>UNIT </a:t>
            </a:r>
            <a:r>
              <a:rPr dirty="0" sz="1800" spc="-10" b="1">
                <a:solidFill>
                  <a:srgbClr val="F4F7FB"/>
                </a:solidFill>
                <a:latin typeface="Arial"/>
                <a:cs typeface="Arial"/>
              </a:rPr>
              <a:t>IDENTIFIED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0477499" y="3905250"/>
            <a:ext cx="3524250" cy="1524000"/>
            <a:chOff x="10477499" y="3905250"/>
            <a:chExt cx="3524250" cy="1524000"/>
          </a:xfrm>
        </p:grpSpPr>
        <p:sp>
          <p:nvSpPr>
            <p:cNvPr id="16" name="object 16"/>
            <p:cNvSpPr/>
            <p:nvPr/>
          </p:nvSpPr>
          <p:spPr>
            <a:xfrm>
              <a:off x="10496549" y="4667249"/>
              <a:ext cx="819150" cy="0"/>
            </a:xfrm>
            <a:custGeom>
              <a:avLst/>
              <a:gdLst/>
              <a:ahLst/>
              <a:cxnLst/>
              <a:rect l="l" t="t" r="r" b="b"/>
              <a:pathLst>
                <a:path w="819150" h="0">
                  <a:moveTo>
                    <a:pt x="0" y="0"/>
                  </a:moveTo>
                  <a:lnTo>
                    <a:pt x="819149" y="0"/>
                  </a:lnTo>
                </a:path>
              </a:pathLst>
            </a:custGeom>
            <a:ln w="38099">
              <a:solidFill>
                <a:srgbClr val="26A6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1334749" y="3905250"/>
              <a:ext cx="2667000" cy="1524000"/>
            </a:xfrm>
            <a:custGeom>
              <a:avLst/>
              <a:gdLst/>
              <a:ahLst/>
              <a:cxnLst/>
              <a:rect l="l" t="t" r="r" b="b"/>
              <a:pathLst>
                <a:path w="2667000" h="1524000">
                  <a:moveTo>
                    <a:pt x="2514599" y="1523999"/>
                  </a:moveTo>
                  <a:lnTo>
                    <a:pt x="152399" y="1523999"/>
                  </a:lnTo>
                  <a:lnTo>
                    <a:pt x="104229" y="1516230"/>
                  </a:lnTo>
                  <a:lnTo>
                    <a:pt x="62394" y="1494595"/>
                  </a:lnTo>
                  <a:lnTo>
                    <a:pt x="29404" y="1461605"/>
                  </a:lnTo>
                  <a:lnTo>
                    <a:pt x="7769" y="1419770"/>
                  </a:lnTo>
                  <a:lnTo>
                    <a:pt x="0" y="1371599"/>
                  </a:lnTo>
                  <a:lnTo>
                    <a:pt x="0" y="152399"/>
                  </a:ln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399" y="0"/>
                  </a:lnTo>
                  <a:lnTo>
                    <a:pt x="2514599" y="0"/>
                  </a:lnTo>
                  <a:lnTo>
                    <a:pt x="2562770" y="7769"/>
                  </a:lnTo>
                  <a:lnTo>
                    <a:pt x="2604605" y="29404"/>
                  </a:lnTo>
                  <a:lnTo>
                    <a:pt x="2637595" y="62394"/>
                  </a:lnTo>
                  <a:lnTo>
                    <a:pt x="2659230" y="104229"/>
                  </a:lnTo>
                  <a:lnTo>
                    <a:pt x="2666999" y="152399"/>
                  </a:lnTo>
                  <a:lnTo>
                    <a:pt x="2666999" y="1371599"/>
                  </a:lnTo>
                  <a:lnTo>
                    <a:pt x="2659230" y="1419770"/>
                  </a:lnTo>
                  <a:lnTo>
                    <a:pt x="2637595" y="1461605"/>
                  </a:lnTo>
                  <a:lnTo>
                    <a:pt x="2604605" y="1494595"/>
                  </a:lnTo>
                  <a:lnTo>
                    <a:pt x="2562770" y="1516230"/>
                  </a:lnTo>
                  <a:lnTo>
                    <a:pt x="2514599" y="1523999"/>
                  </a:lnTo>
                  <a:close/>
                </a:path>
              </a:pathLst>
            </a:custGeom>
            <a:solidFill>
              <a:srgbClr val="0F253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1774486" y="4300220"/>
            <a:ext cx="1787525" cy="654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marR="5080" indent="-133985">
              <a:lnSpc>
                <a:spcPct val="114599"/>
              </a:lnSpc>
              <a:spcBef>
                <a:spcPts val="100"/>
              </a:spcBef>
            </a:pPr>
            <a:r>
              <a:rPr dirty="0" sz="1800" spc="-105" b="1">
                <a:solidFill>
                  <a:srgbClr val="F4F7FB"/>
                </a:solidFill>
                <a:latin typeface="Arial"/>
                <a:cs typeface="Arial"/>
              </a:rPr>
              <a:t>FASTEST</a:t>
            </a:r>
            <a:r>
              <a:rPr dirty="0" sz="1800" spc="-10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800" spc="-90" b="1">
                <a:solidFill>
                  <a:srgbClr val="F4F7FB"/>
                </a:solidFill>
                <a:latin typeface="Arial"/>
                <a:cs typeface="Arial"/>
              </a:rPr>
              <a:t>ROUTE </a:t>
            </a:r>
            <a:r>
              <a:rPr dirty="0" sz="1800" spc="-10" b="1">
                <a:solidFill>
                  <a:srgbClr val="F4F7FB"/>
                </a:solidFill>
                <a:latin typeface="Arial"/>
                <a:cs typeface="Arial"/>
              </a:rPr>
              <a:t>CALCULATED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4020800" y="3905250"/>
            <a:ext cx="3505200" cy="1524000"/>
            <a:chOff x="14020800" y="3905250"/>
            <a:chExt cx="3505200" cy="1524000"/>
          </a:xfrm>
        </p:grpSpPr>
        <p:sp>
          <p:nvSpPr>
            <p:cNvPr id="20" name="object 20"/>
            <p:cNvSpPr/>
            <p:nvPr/>
          </p:nvSpPr>
          <p:spPr>
            <a:xfrm>
              <a:off x="14020800" y="4667249"/>
              <a:ext cx="819150" cy="0"/>
            </a:xfrm>
            <a:custGeom>
              <a:avLst/>
              <a:gdLst/>
              <a:ahLst/>
              <a:cxnLst/>
              <a:rect l="l" t="t" r="r" b="b"/>
              <a:pathLst>
                <a:path w="819150" h="0">
                  <a:moveTo>
                    <a:pt x="0" y="0"/>
                  </a:moveTo>
                  <a:lnTo>
                    <a:pt x="819149" y="0"/>
                  </a:lnTo>
                </a:path>
              </a:pathLst>
            </a:custGeom>
            <a:ln w="38099">
              <a:solidFill>
                <a:srgbClr val="26A6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4859000" y="3905250"/>
              <a:ext cx="2667000" cy="1524000"/>
            </a:xfrm>
            <a:custGeom>
              <a:avLst/>
              <a:gdLst/>
              <a:ahLst/>
              <a:cxnLst/>
              <a:rect l="l" t="t" r="r" b="b"/>
              <a:pathLst>
                <a:path w="2667000" h="1524000">
                  <a:moveTo>
                    <a:pt x="2514599" y="1523999"/>
                  </a:moveTo>
                  <a:lnTo>
                    <a:pt x="152399" y="1523999"/>
                  </a:lnTo>
                  <a:lnTo>
                    <a:pt x="104229" y="1516230"/>
                  </a:lnTo>
                  <a:lnTo>
                    <a:pt x="62394" y="1494595"/>
                  </a:lnTo>
                  <a:lnTo>
                    <a:pt x="29404" y="1461605"/>
                  </a:lnTo>
                  <a:lnTo>
                    <a:pt x="7769" y="1419770"/>
                  </a:lnTo>
                  <a:lnTo>
                    <a:pt x="0" y="1371599"/>
                  </a:lnTo>
                  <a:lnTo>
                    <a:pt x="0" y="152399"/>
                  </a:ln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399" y="0"/>
                  </a:lnTo>
                  <a:lnTo>
                    <a:pt x="2514599" y="0"/>
                  </a:lnTo>
                  <a:lnTo>
                    <a:pt x="2562770" y="7769"/>
                  </a:lnTo>
                  <a:lnTo>
                    <a:pt x="2604605" y="29404"/>
                  </a:lnTo>
                  <a:lnTo>
                    <a:pt x="2637595" y="62394"/>
                  </a:lnTo>
                  <a:lnTo>
                    <a:pt x="2659230" y="104229"/>
                  </a:lnTo>
                  <a:lnTo>
                    <a:pt x="2666999" y="152399"/>
                  </a:lnTo>
                  <a:lnTo>
                    <a:pt x="2666999" y="1371599"/>
                  </a:lnTo>
                  <a:lnTo>
                    <a:pt x="2659230" y="1419770"/>
                  </a:lnTo>
                  <a:lnTo>
                    <a:pt x="2637595" y="1461605"/>
                  </a:lnTo>
                  <a:lnTo>
                    <a:pt x="2604605" y="1494595"/>
                  </a:lnTo>
                  <a:lnTo>
                    <a:pt x="2562770" y="1516230"/>
                  </a:lnTo>
                  <a:lnTo>
                    <a:pt x="2514599" y="1523999"/>
                  </a:lnTo>
                  <a:close/>
                </a:path>
              </a:pathLst>
            </a:custGeom>
            <a:solidFill>
              <a:srgbClr val="37D5A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15763527" y="4300220"/>
            <a:ext cx="857885" cy="654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4145" marR="5080" indent="-132080">
              <a:lnSpc>
                <a:spcPct val="114599"/>
              </a:lnSpc>
              <a:spcBef>
                <a:spcPts val="100"/>
              </a:spcBef>
            </a:pPr>
            <a:r>
              <a:rPr dirty="0" sz="1800" spc="-120" b="1">
                <a:solidFill>
                  <a:srgbClr val="F4F7FB"/>
                </a:solidFill>
                <a:latin typeface="Arial"/>
                <a:cs typeface="Arial"/>
              </a:rPr>
              <a:t>ALERTS </a:t>
            </a:r>
            <a:r>
              <a:rPr dirty="0" sz="1800" spc="-20" b="1">
                <a:solidFill>
                  <a:srgbClr val="F4F7FB"/>
                </a:solidFill>
                <a:latin typeface="Arial"/>
                <a:cs typeface="Arial"/>
              </a:rPr>
              <a:t>SENT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08003" y="6821011"/>
            <a:ext cx="10871835" cy="414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50" spc="105">
                <a:solidFill>
                  <a:srgbClr val="6D8198"/>
                </a:solidFill>
                <a:latin typeface="Trebuchet MS"/>
                <a:cs typeface="Trebuchet MS"/>
              </a:rPr>
              <a:t>Responders</a:t>
            </a:r>
            <a:r>
              <a:rPr dirty="0" sz="2550" spc="75">
                <a:solidFill>
                  <a:srgbClr val="6D8198"/>
                </a:solidFill>
                <a:latin typeface="Trebuchet MS"/>
                <a:cs typeface="Trebuchet MS"/>
              </a:rPr>
              <a:t> </a:t>
            </a:r>
            <a:r>
              <a:rPr dirty="0" sz="2550" spc="90">
                <a:solidFill>
                  <a:srgbClr val="6D8198"/>
                </a:solidFill>
                <a:latin typeface="Trebuchet MS"/>
                <a:cs typeface="Trebuchet MS"/>
              </a:rPr>
              <a:t>and</a:t>
            </a:r>
            <a:r>
              <a:rPr dirty="0" sz="2550" spc="80">
                <a:solidFill>
                  <a:srgbClr val="6D8198"/>
                </a:solidFill>
                <a:latin typeface="Trebuchet MS"/>
                <a:cs typeface="Trebuchet MS"/>
              </a:rPr>
              <a:t> </a:t>
            </a:r>
            <a:r>
              <a:rPr dirty="0" sz="2550">
                <a:solidFill>
                  <a:srgbClr val="6D8198"/>
                </a:solidFill>
                <a:latin typeface="Trebuchet MS"/>
                <a:cs typeface="Trebuchet MS"/>
              </a:rPr>
              <a:t>citizens</a:t>
            </a:r>
            <a:r>
              <a:rPr dirty="0" sz="2550" spc="85">
                <a:solidFill>
                  <a:srgbClr val="6D8198"/>
                </a:solidFill>
                <a:latin typeface="Trebuchet MS"/>
                <a:cs typeface="Trebuchet MS"/>
              </a:rPr>
              <a:t> </a:t>
            </a:r>
            <a:r>
              <a:rPr dirty="0" sz="2550">
                <a:solidFill>
                  <a:srgbClr val="6D8198"/>
                </a:solidFill>
                <a:latin typeface="Trebuchet MS"/>
                <a:cs typeface="Trebuchet MS"/>
              </a:rPr>
              <a:t>receive</a:t>
            </a:r>
            <a:r>
              <a:rPr dirty="0" sz="2550" spc="80">
                <a:solidFill>
                  <a:srgbClr val="6D8198"/>
                </a:solidFill>
                <a:latin typeface="Trebuchet MS"/>
                <a:cs typeface="Trebuchet MS"/>
              </a:rPr>
              <a:t> </a:t>
            </a:r>
            <a:r>
              <a:rPr dirty="0" sz="2550">
                <a:solidFill>
                  <a:srgbClr val="6D8198"/>
                </a:solidFill>
                <a:latin typeface="Trebuchet MS"/>
                <a:cs typeface="Trebuchet MS"/>
              </a:rPr>
              <a:t>coordinated,</a:t>
            </a:r>
            <a:r>
              <a:rPr dirty="0" sz="2550" spc="80">
                <a:solidFill>
                  <a:srgbClr val="6D8198"/>
                </a:solidFill>
                <a:latin typeface="Trebuchet MS"/>
                <a:cs typeface="Trebuchet MS"/>
              </a:rPr>
              <a:t> </a:t>
            </a:r>
            <a:r>
              <a:rPr dirty="0" sz="2550">
                <a:solidFill>
                  <a:srgbClr val="6D8198"/>
                </a:solidFill>
                <a:latin typeface="Trebuchet MS"/>
                <a:cs typeface="Trebuchet MS"/>
              </a:rPr>
              <a:t>real-time</a:t>
            </a:r>
            <a:r>
              <a:rPr dirty="0" sz="2550" spc="80">
                <a:solidFill>
                  <a:srgbClr val="6D8198"/>
                </a:solidFill>
                <a:latin typeface="Trebuchet MS"/>
                <a:cs typeface="Trebuchet MS"/>
              </a:rPr>
              <a:t> </a:t>
            </a:r>
            <a:r>
              <a:rPr dirty="0" sz="2550">
                <a:solidFill>
                  <a:srgbClr val="6D8198"/>
                </a:solidFill>
                <a:latin typeface="Trebuchet MS"/>
                <a:cs typeface="Trebuchet MS"/>
              </a:rPr>
              <a:t>routing</a:t>
            </a:r>
            <a:r>
              <a:rPr dirty="0" sz="2550" spc="75">
                <a:solidFill>
                  <a:srgbClr val="6D8198"/>
                </a:solidFill>
                <a:latin typeface="Trebuchet MS"/>
                <a:cs typeface="Trebuchet MS"/>
              </a:rPr>
              <a:t> </a:t>
            </a:r>
            <a:r>
              <a:rPr dirty="0" sz="2550" spc="-10">
                <a:solidFill>
                  <a:srgbClr val="6D8198"/>
                </a:solidFill>
                <a:latin typeface="Trebuchet MS"/>
                <a:cs typeface="Trebuchet MS"/>
              </a:rPr>
              <a:t>updates.</a:t>
            </a:r>
            <a:endParaRPr sz="2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522605"/>
            <a:ext cx="180086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5" b="1">
                <a:solidFill>
                  <a:srgbClr val="26A6FF"/>
                </a:solidFill>
                <a:latin typeface="Arial"/>
                <a:cs typeface="Arial"/>
              </a:rPr>
              <a:t>S</a:t>
            </a:r>
            <a:r>
              <a:rPr dirty="0" sz="1350" spc="-19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55" b="1">
                <a:solidFill>
                  <a:srgbClr val="26A6FF"/>
                </a:solidFill>
                <a:latin typeface="Arial"/>
                <a:cs typeface="Arial"/>
              </a:rPr>
              <a:t>M</a:t>
            </a:r>
            <a:r>
              <a:rPr dirty="0" sz="1350" spc="-18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-35" b="1">
                <a:solidFill>
                  <a:srgbClr val="26A6FF"/>
                </a:solidFill>
                <a:latin typeface="Arial"/>
                <a:cs typeface="Arial"/>
              </a:rPr>
              <a:t>A</a:t>
            </a:r>
            <a:r>
              <a:rPr dirty="0" sz="1350" spc="-18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-145" b="1">
                <a:solidFill>
                  <a:srgbClr val="26A6FF"/>
                </a:solidFill>
                <a:latin typeface="Arial"/>
                <a:cs typeface="Arial"/>
              </a:rPr>
              <a:t>R</a:t>
            </a:r>
            <a:r>
              <a:rPr dirty="0" sz="1350" spc="-19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-40" b="1">
                <a:solidFill>
                  <a:srgbClr val="26A6FF"/>
                </a:solidFill>
                <a:latin typeface="Arial"/>
                <a:cs typeface="Arial"/>
              </a:rPr>
              <a:t>T</a:t>
            </a:r>
            <a:r>
              <a:rPr dirty="0" sz="1350" spc="-18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-90" b="1">
                <a:solidFill>
                  <a:srgbClr val="26A6FF"/>
                </a:solidFill>
                <a:latin typeface="Arial"/>
                <a:cs typeface="Arial"/>
              </a:rPr>
              <a:t>F</a:t>
            </a:r>
            <a:r>
              <a:rPr dirty="0" sz="1350" spc="-18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-90" b="1">
                <a:solidFill>
                  <a:srgbClr val="26A6FF"/>
                </a:solidFill>
                <a:latin typeface="Arial"/>
                <a:cs typeface="Arial"/>
              </a:rPr>
              <a:t>L</a:t>
            </a:r>
            <a:r>
              <a:rPr dirty="0" sz="1350" spc="-18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26A6FF"/>
                </a:solidFill>
                <a:latin typeface="Arial"/>
                <a:cs typeface="Arial"/>
              </a:rPr>
              <a:t>O</a:t>
            </a:r>
            <a:r>
              <a:rPr dirty="0" sz="1350" spc="-19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75" b="1">
                <a:solidFill>
                  <a:srgbClr val="26A6FF"/>
                </a:solidFill>
                <a:latin typeface="Arial"/>
                <a:cs typeface="Arial"/>
              </a:rPr>
              <a:t>W</a:t>
            </a:r>
            <a:r>
              <a:rPr dirty="0" sz="1350" spc="33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190" b="1">
                <a:solidFill>
                  <a:srgbClr val="26A6FF"/>
                </a:solidFill>
                <a:latin typeface="Arial"/>
                <a:cs typeface="Arial"/>
              </a:rPr>
              <a:t>/</a:t>
            </a:r>
            <a:r>
              <a:rPr dirty="0" sz="1350" spc="33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204" b="1">
                <a:solidFill>
                  <a:srgbClr val="26A6FF"/>
                </a:solidFill>
                <a:latin typeface="Arial"/>
                <a:cs typeface="Arial"/>
              </a:rPr>
              <a:t>08</a:t>
            </a:r>
            <a:endParaRPr sz="13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600"/>
              <a:t>Patterns</a:t>
            </a:r>
            <a:r>
              <a:rPr dirty="0" sz="4600" spc="-15"/>
              <a:t> </a:t>
            </a:r>
            <a:r>
              <a:rPr dirty="0" sz="4600" spc="85"/>
              <a:t>become</a:t>
            </a:r>
            <a:r>
              <a:rPr dirty="0" sz="4600" spc="-40"/>
              <a:t> </a:t>
            </a:r>
            <a:r>
              <a:rPr dirty="0" sz="4600"/>
              <a:t>planning</a:t>
            </a:r>
            <a:r>
              <a:rPr dirty="0" sz="4600" spc="215"/>
              <a:t> </a:t>
            </a:r>
            <a:r>
              <a:rPr dirty="0" sz="4600" spc="90"/>
              <a:t>decisions</a:t>
            </a:r>
            <a:endParaRPr sz="4600"/>
          </a:p>
        </p:txBody>
      </p:sp>
      <p:sp>
        <p:nvSpPr>
          <p:cNvPr id="4" name="object 4"/>
          <p:cNvSpPr/>
          <p:nvPr/>
        </p:nvSpPr>
        <p:spPr>
          <a:xfrm>
            <a:off x="914400" y="1695450"/>
            <a:ext cx="16459200" cy="0"/>
          </a:xfrm>
          <a:custGeom>
            <a:avLst/>
            <a:gdLst/>
            <a:ahLst/>
            <a:cxnLst/>
            <a:rect l="l" t="t" r="r" b="b"/>
            <a:pathLst>
              <a:path w="16459200" h="0">
                <a:moveTo>
                  <a:pt x="0" y="0"/>
                </a:moveTo>
                <a:lnTo>
                  <a:pt x="16459198" y="0"/>
                </a:lnTo>
              </a:path>
            </a:pathLst>
          </a:custGeom>
          <a:ln w="19049">
            <a:solidFill>
              <a:srgbClr val="CCDA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065184" y="2396172"/>
            <a:ext cx="3556000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spc="60">
                <a:solidFill>
                  <a:srgbClr val="0F2137"/>
                </a:solidFill>
                <a:latin typeface="Trebuchet MS"/>
                <a:cs typeface="Trebuchet MS"/>
              </a:rPr>
              <a:t>Accident</a:t>
            </a:r>
            <a:r>
              <a:rPr dirty="0" sz="1900" spc="-50">
                <a:solidFill>
                  <a:srgbClr val="0F2137"/>
                </a:solidFill>
                <a:latin typeface="Trebuchet MS"/>
                <a:cs typeface="Trebuchet MS"/>
              </a:rPr>
              <a:t> </a:t>
            </a:r>
            <a:r>
              <a:rPr dirty="0" sz="1900" spc="45">
                <a:solidFill>
                  <a:srgbClr val="0F2137"/>
                </a:solidFill>
                <a:latin typeface="Trebuchet MS"/>
                <a:cs typeface="Trebuchet MS"/>
              </a:rPr>
              <a:t>frequency</a:t>
            </a:r>
            <a:r>
              <a:rPr dirty="0" sz="1900" spc="-45">
                <a:solidFill>
                  <a:srgbClr val="0F2137"/>
                </a:solidFill>
                <a:latin typeface="Trebuchet MS"/>
                <a:cs typeface="Trebuchet MS"/>
              </a:rPr>
              <a:t> </a:t>
            </a:r>
            <a:r>
              <a:rPr dirty="0" sz="1900" spc="90">
                <a:solidFill>
                  <a:srgbClr val="0F2137"/>
                </a:solidFill>
                <a:latin typeface="Trebuchet MS"/>
                <a:cs typeface="Trebuchet MS"/>
              </a:rPr>
              <a:t>by</a:t>
            </a:r>
            <a:r>
              <a:rPr dirty="0" sz="1900" spc="-45">
                <a:solidFill>
                  <a:srgbClr val="0F2137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F2137"/>
                </a:solidFill>
                <a:latin typeface="Trebuchet MS"/>
                <a:cs typeface="Trebuchet MS"/>
              </a:rPr>
              <a:t>corridor</a:t>
            </a:r>
            <a:endParaRPr sz="19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330974" y="3700258"/>
            <a:ext cx="7396480" cy="4606290"/>
            <a:chOff x="1330974" y="3700258"/>
            <a:chExt cx="7396480" cy="4606290"/>
          </a:xfrm>
        </p:grpSpPr>
        <p:sp>
          <p:nvSpPr>
            <p:cNvPr id="7" name="object 7"/>
            <p:cNvSpPr/>
            <p:nvPr/>
          </p:nvSpPr>
          <p:spPr>
            <a:xfrm>
              <a:off x="1335736" y="8301513"/>
              <a:ext cx="7386955" cy="0"/>
            </a:xfrm>
            <a:custGeom>
              <a:avLst/>
              <a:gdLst/>
              <a:ahLst/>
              <a:cxnLst/>
              <a:rect l="l" t="t" r="r" b="b"/>
              <a:pathLst>
                <a:path w="7386955" h="0">
                  <a:moveTo>
                    <a:pt x="0" y="0"/>
                  </a:moveTo>
                  <a:lnTo>
                    <a:pt x="7386934" y="0"/>
                  </a:lnTo>
                </a:path>
              </a:pathLst>
            </a:custGeom>
            <a:ln w="9524">
              <a:solidFill>
                <a:srgbClr val="0F21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335736" y="3705020"/>
              <a:ext cx="7386955" cy="3830954"/>
            </a:xfrm>
            <a:custGeom>
              <a:avLst/>
              <a:gdLst/>
              <a:ahLst/>
              <a:cxnLst/>
              <a:rect l="l" t="t" r="r" b="b"/>
              <a:pathLst>
                <a:path w="7386955" h="3830954">
                  <a:moveTo>
                    <a:pt x="0" y="3830410"/>
                  </a:moveTo>
                  <a:lnTo>
                    <a:pt x="7386934" y="3830410"/>
                  </a:lnTo>
                </a:path>
                <a:path w="7386955" h="3830954">
                  <a:moveTo>
                    <a:pt x="0" y="3064328"/>
                  </a:moveTo>
                  <a:lnTo>
                    <a:pt x="7386934" y="3064328"/>
                  </a:lnTo>
                </a:path>
                <a:path w="7386955" h="3830954">
                  <a:moveTo>
                    <a:pt x="0" y="2298246"/>
                  </a:moveTo>
                  <a:lnTo>
                    <a:pt x="7386934" y="2298246"/>
                  </a:lnTo>
                </a:path>
                <a:path w="7386955" h="3830954">
                  <a:moveTo>
                    <a:pt x="0" y="1532164"/>
                  </a:moveTo>
                  <a:lnTo>
                    <a:pt x="7386934" y="1532164"/>
                  </a:lnTo>
                </a:path>
                <a:path w="7386955" h="3830954">
                  <a:moveTo>
                    <a:pt x="0" y="766082"/>
                  </a:moveTo>
                  <a:lnTo>
                    <a:pt x="7386934" y="766082"/>
                  </a:lnTo>
                </a:path>
                <a:path w="7386955" h="3830954">
                  <a:moveTo>
                    <a:pt x="0" y="0"/>
                  </a:moveTo>
                  <a:lnTo>
                    <a:pt x="7386934" y="0"/>
                  </a:lnTo>
                </a:path>
              </a:pathLst>
            </a:custGeom>
            <a:ln w="9524">
              <a:solidFill>
                <a:srgbClr val="0F213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/>
          <p:nvPr/>
        </p:nvSpPr>
        <p:spPr>
          <a:xfrm>
            <a:off x="1335736" y="2938938"/>
            <a:ext cx="7386955" cy="0"/>
          </a:xfrm>
          <a:custGeom>
            <a:avLst/>
            <a:gdLst/>
            <a:ahLst/>
            <a:cxnLst/>
            <a:rect l="l" t="t" r="r" b="b"/>
            <a:pathLst>
              <a:path w="7386955" h="0">
                <a:moveTo>
                  <a:pt x="0" y="0"/>
                </a:moveTo>
                <a:lnTo>
                  <a:pt x="7386934" y="0"/>
                </a:lnTo>
              </a:path>
            </a:pathLst>
          </a:custGeom>
          <a:ln w="9524">
            <a:solidFill>
              <a:srgbClr val="0F21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804678" y="8331675"/>
            <a:ext cx="447040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10">
                <a:solidFill>
                  <a:srgbClr val="0F2137"/>
                </a:solidFill>
                <a:latin typeface="Trebuchet MS"/>
                <a:cs typeface="Trebuchet MS"/>
              </a:rPr>
              <a:t>North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47205" y="8331675"/>
            <a:ext cx="572135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10">
                <a:solidFill>
                  <a:srgbClr val="0F2137"/>
                </a:solidFill>
                <a:latin typeface="Trebuchet MS"/>
                <a:cs typeface="Trebuchet MS"/>
              </a:rPr>
              <a:t>Central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54955" y="8331675"/>
            <a:ext cx="344805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20">
                <a:solidFill>
                  <a:srgbClr val="0F2137"/>
                </a:solidFill>
                <a:latin typeface="Trebuchet MS"/>
                <a:cs typeface="Trebuchet MS"/>
              </a:rPr>
              <a:t>East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55102" y="8331675"/>
            <a:ext cx="342265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20">
                <a:solidFill>
                  <a:srgbClr val="0F2137"/>
                </a:solidFill>
                <a:latin typeface="Trebuchet MS"/>
                <a:cs typeface="Trebuchet MS"/>
              </a:rPr>
              <a:t>Ring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01093" y="8331675"/>
            <a:ext cx="462915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45">
                <a:solidFill>
                  <a:srgbClr val="0F2137"/>
                </a:solidFill>
                <a:latin typeface="Trebuchet MS"/>
                <a:cs typeface="Trebuchet MS"/>
              </a:rPr>
              <a:t>South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94388" y="8184038"/>
            <a:ext cx="137795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175">
                <a:solidFill>
                  <a:srgbClr val="0F2137"/>
                </a:solidFill>
                <a:latin typeface="Trebuchet MS"/>
                <a:cs typeface="Trebuchet MS"/>
              </a:rPr>
              <a:t>0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03903" y="7417956"/>
            <a:ext cx="125095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80">
                <a:solidFill>
                  <a:srgbClr val="0F2137"/>
                </a:solidFill>
                <a:latin typeface="Trebuchet MS"/>
                <a:cs typeface="Trebuchet MS"/>
              </a:rPr>
              <a:t>5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45529" y="6651873"/>
            <a:ext cx="186690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25">
                <a:solidFill>
                  <a:srgbClr val="0F2137"/>
                </a:solidFill>
                <a:latin typeface="Trebuchet MS"/>
                <a:cs typeface="Trebuchet MS"/>
              </a:rPr>
              <a:t>10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55045" y="5885792"/>
            <a:ext cx="173990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40">
                <a:solidFill>
                  <a:srgbClr val="0F2137"/>
                </a:solidFill>
                <a:latin typeface="Trebuchet MS"/>
                <a:cs typeface="Trebuchet MS"/>
              </a:rPr>
              <a:t>15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03345" y="5119709"/>
            <a:ext cx="229235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120">
                <a:solidFill>
                  <a:srgbClr val="0F2137"/>
                </a:solidFill>
                <a:latin typeface="Trebuchet MS"/>
                <a:cs typeface="Trebuchet MS"/>
              </a:rPr>
              <a:t>20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11307" y="4353627"/>
            <a:ext cx="217170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75">
                <a:solidFill>
                  <a:srgbClr val="0F2137"/>
                </a:solidFill>
                <a:latin typeface="Trebuchet MS"/>
                <a:cs typeface="Trebuchet MS"/>
              </a:rPr>
              <a:t>25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99157" y="3587545"/>
            <a:ext cx="233045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135">
                <a:solidFill>
                  <a:srgbClr val="0F2137"/>
                </a:solidFill>
                <a:latin typeface="Trebuchet MS"/>
                <a:cs typeface="Trebuchet MS"/>
              </a:rPr>
              <a:t>30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08672" y="2821463"/>
            <a:ext cx="219710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85">
                <a:solidFill>
                  <a:srgbClr val="0F2137"/>
                </a:solidFill>
                <a:latin typeface="Trebuchet MS"/>
                <a:cs typeface="Trebuchet MS"/>
              </a:rPr>
              <a:t>35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335735" y="3551808"/>
            <a:ext cx="7386955" cy="4749800"/>
          </a:xfrm>
          <a:custGeom>
            <a:avLst/>
            <a:gdLst/>
            <a:ahLst/>
            <a:cxnLst/>
            <a:rect l="l" t="t" r="r" b="b"/>
            <a:pathLst>
              <a:path w="7386955" h="4749800">
                <a:moveTo>
                  <a:pt x="1387386" y="2095512"/>
                </a:moveTo>
                <a:lnTo>
                  <a:pt x="1376146" y="2053602"/>
                </a:lnTo>
                <a:lnTo>
                  <a:pt x="1349730" y="2019173"/>
                </a:lnTo>
                <a:lnTo>
                  <a:pt x="1312138" y="1997468"/>
                </a:lnTo>
                <a:lnTo>
                  <a:pt x="1283690" y="1991817"/>
                </a:lnTo>
                <a:lnTo>
                  <a:pt x="103695" y="1991817"/>
                </a:lnTo>
                <a:lnTo>
                  <a:pt x="61772" y="2003056"/>
                </a:lnTo>
                <a:lnTo>
                  <a:pt x="27355" y="2029472"/>
                </a:lnTo>
                <a:lnTo>
                  <a:pt x="5651" y="2067064"/>
                </a:lnTo>
                <a:lnTo>
                  <a:pt x="0" y="2095512"/>
                </a:lnTo>
                <a:lnTo>
                  <a:pt x="0" y="4749711"/>
                </a:lnTo>
                <a:lnTo>
                  <a:pt x="1387386" y="4749711"/>
                </a:lnTo>
                <a:lnTo>
                  <a:pt x="1387386" y="2095512"/>
                </a:lnTo>
                <a:close/>
              </a:path>
              <a:path w="7386955" h="4749800">
                <a:moveTo>
                  <a:pt x="2887268" y="103708"/>
                </a:moveTo>
                <a:lnTo>
                  <a:pt x="2876042" y="61785"/>
                </a:lnTo>
                <a:lnTo>
                  <a:pt x="2849613" y="27355"/>
                </a:lnTo>
                <a:lnTo>
                  <a:pt x="2812021" y="5664"/>
                </a:lnTo>
                <a:lnTo>
                  <a:pt x="2783573" y="0"/>
                </a:lnTo>
                <a:lnTo>
                  <a:pt x="1603578" y="0"/>
                </a:lnTo>
                <a:lnTo>
                  <a:pt x="1561668" y="11239"/>
                </a:lnTo>
                <a:lnTo>
                  <a:pt x="1527238" y="37668"/>
                </a:lnTo>
                <a:lnTo>
                  <a:pt x="1505534" y="75247"/>
                </a:lnTo>
                <a:lnTo>
                  <a:pt x="1499882" y="103708"/>
                </a:lnTo>
                <a:lnTo>
                  <a:pt x="1499882" y="4749711"/>
                </a:lnTo>
                <a:lnTo>
                  <a:pt x="2887268" y="4749711"/>
                </a:lnTo>
                <a:lnTo>
                  <a:pt x="2887268" y="103708"/>
                </a:lnTo>
                <a:close/>
              </a:path>
              <a:path w="7386955" h="4749800">
                <a:moveTo>
                  <a:pt x="4387164" y="1329436"/>
                </a:moveTo>
                <a:lnTo>
                  <a:pt x="4375924" y="1287513"/>
                </a:lnTo>
                <a:lnTo>
                  <a:pt x="4349496" y="1253083"/>
                </a:lnTo>
                <a:lnTo>
                  <a:pt x="4311904" y="1231392"/>
                </a:lnTo>
                <a:lnTo>
                  <a:pt x="4283456" y="1225727"/>
                </a:lnTo>
                <a:lnTo>
                  <a:pt x="3103473" y="1225727"/>
                </a:lnTo>
                <a:lnTo>
                  <a:pt x="3061551" y="1236967"/>
                </a:lnTo>
                <a:lnTo>
                  <a:pt x="3027121" y="1263396"/>
                </a:lnTo>
                <a:lnTo>
                  <a:pt x="3005429" y="1300988"/>
                </a:lnTo>
                <a:lnTo>
                  <a:pt x="2999765" y="1329436"/>
                </a:lnTo>
                <a:lnTo>
                  <a:pt x="2999765" y="4749711"/>
                </a:lnTo>
                <a:lnTo>
                  <a:pt x="4387164" y="4749711"/>
                </a:lnTo>
                <a:lnTo>
                  <a:pt x="4387164" y="1329436"/>
                </a:lnTo>
                <a:close/>
              </a:path>
              <a:path w="7386955" h="4749800">
                <a:moveTo>
                  <a:pt x="5887047" y="3014815"/>
                </a:moveTo>
                <a:lnTo>
                  <a:pt x="5875807" y="2972892"/>
                </a:lnTo>
                <a:lnTo>
                  <a:pt x="5849378" y="2938462"/>
                </a:lnTo>
                <a:lnTo>
                  <a:pt x="5811799" y="2916771"/>
                </a:lnTo>
                <a:lnTo>
                  <a:pt x="5783338" y="2911119"/>
                </a:lnTo>
                <a:lnTo>
                  <a:pt x="4603356" y="2911119"/>
                </a:lnTo>
                <a:lnTo>
                  <a:pt x="4561433" y="2922346"/>
                </a:lnTo>
                <a:lnTo>
                  <a:pt x="4527004" y="2948775"/>
                </a:lnTo>
                <a:lnTo>
                  <a:pt x="4505312" y="2986367"/>
                </a:lnTo>
                <a:lnTo>
                  <a:pt x="4499648" y="3014815"/>
                </a:lnTo>
                <a:lnTo>
                  <a:pt x="4499648" y="4749711"/>
                </a:lnTo>
                <a:lnTo>
                  <a:pt x="5887047" y="4749711"/>
                </a:lnTo>
                <a:lnTo>
                  <a:pt x="5887047" y="3014815"/>
                </a:lnTo>
                <a:close/>
              </a:path>
              <a:path w="7386955" h="4749800">
                <a:moveTo>
                  <a:pt x="7386929" y="716572"/>
                </a:moveTo>
                <a:lnTo>
                  <a:pt x="7375690" y="674649"/>
                </a:lnTo>
                <a:lnTo>
                  <a:pt x="7349261" y="640219"/>
                </a:lnTo>
                <a:lnTo>
                  <a:pt x="7311682" y="618528"/>
                </a:lnTo>
                <a:lnTo>
                  <a:pt x="7283221" y="612863"/>
                </a:lnTo>
                <a:lnTo>
                  <a:pt x="6103239" y="612863"/>
                </a:lnTo>
                <a:lnTo>
                  <a:pt x="6061316" y="624103"/>
                </a:lnTo>
                <a:lnTo>
                  <a:pt x="6026886" y="650532"/>
                </a:lnTo>
                <a:lnTo>
                  <a:pt x="6005195" y="688111"/>
                </a:lnTo>
                <a:lnTo>
                  <a:pt x="5999531" y="716572"/>
                </a:lnTo>
                <a:lnTo>
                  <a:pt x="5999531" y="4749711"/>
                </a:lnTo>
                <a:lnTo>
                  <a:pt x="7386929" y="4749711"/>
                </a:lnTo>
                <a:lnTo>
                  <a:pt x="7386929" y="716572"/>
                </a:lnTo>
                <a:close/>
              </a:path>
            </a:pathLst>
          </a:custGeom>
          <a:solidFill>
            <a:srgbClr val="26A6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03778" y="2993231"/>
            <a:ext cx="161924" cy="161924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34012" y="2993231"/>
            <a:ext cx="161924" cy="161924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11797376" y="2426652"/>
            <a:ext cx="3255645" cy="7359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spc="65">
                <a:solidFill>
                  <a:srgbClr val="0F2137"/>
                </a:solidFill>
                <a:latin typeface="Trebuchet MS"/>
                <a:cs typeface="Trebuchet MS"/>
              </a:rPr>
              <a:t>Congestion</a:t>
            </a:r>
            <a:r>
              <a:rPr dirty="0" sz="1900" spc="15">
                <a:solidFill>
                  <a:srgbClr val="0F2137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F2137"/>
                </a:solidFill>
                <a:latin typeface="Trebuchet MS"/>
                <a:cs typeface="Trebuchet MS"/>
              </a:rPr>
              <a:t>intensity</a:t>
            </a:r>
            <a:r>
              <a:rPr dirty="0" sz="1900" spc="20">
                <a:solidFill>
                  <a:srgbClr val="0F2137"/>
                </a:solidFill>
                <a:latin typeface="Trebuchet MS"/>
                <a:cs typeface="Trebuchet MS"/>
              </a:rPr>
              <a:t> </a:t>
            </a:r>
            <a:r>
              <a:rPr dirty="0" sz="1900" spc="90">
                <a:solidFill>
                  <a:srgbClr val="0F2137"/>
                </a:solidFill>
                <a:latin typeface="Trebuchet MS"/>
                <a:cs typeface="Trebuchet MS"/>
              </a:rPr>
              <a:t>by</a:t>
            </a:r>
            <a:r>
              <a:rPr dirty="0" sz="1900" spc="20">
                <a:solidFill>
                  <a:srgbClr val="0F2137"/>
                </a:solidFill>
                <a:latin typeface="Trebuchet MS"/>
                <a:cs typeface="Trebuchet MS"/>
              </a:rPr>
              <a:t> </a:t>
            </a:r>
            <a:r>
              <a:rPr dirty="0" sz="1900" spc="-20">
                <a:solidFill>
                  <a:srgbClr val="0F2137"/>
                </a:solidFill>
                <a:latin typeface="Trebuchet MS"/>
                <a:cs typeface="Trebuchet MS"/>
              </a:rPr>
              <a:t>hour</a:t>
            </a:r>
            <a:endParaRPr sz="1900">
              <a:latin typeface="Trebuchet MS"/>
              <a:cs typeface="Trebuchet MS"/>
            </a:endParaRPr>
          </a:p>
          <a:p>
            <a:pPr marL="748665">
              <a:lnSpc>
                <a:spcPct val="100000"/>
              </a:lnSpc>
              <a:spcBef>
                <a:spcPts val="1795"/>
              </a:spcBef>
              <a:tabLst>
                <a:tab pos="1979295" algn="l"/>
              </a:tabLst>
            </a:pPr>
            <a:r>
              <a:rPr dirty="0" sz="1250" spc="35">
                <a:solidFill>
                  <a:srgbClr val="0F2137"/>
                </a:solidFill>
                <a:latin typeface="Trebuchet MS"/>
                <a:cs typeface="Trebuchet MS"/>
              </a:rPr>
              <a:t>Weekday</a:t>
            </a:r>
            <a:r>
              <a:rPr dirty="0" sz="1250">
                <a:solidFill>
                  <a:srgbClr val="0F2137"/>
                </a:solidFill>
                <a:latin typeface="Trebuchet MS"/>
                <a:cs typeface="Trebuchet MS"/>
              </a:rPr>
              <a:t>	</a:t>
            </a:r>
            <a:r>
              <a:rPr dirty="0" sz="1250" spc="-10">
                <a:solidFill>
                  <a:srgbClr val="0F2137"/>
                </a:solidFill>
                <a:latin typeface="Trebuchet MS"/>
                <a:cs typeface="Trebuchet MS"/>
              </a:rPr>
              <a:t>Weekend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055309" y="3365658"/>
            <a:ext cx="7309484" cy="0"/>
          </a:xfrm>
          <a:custGeom>
            <a:avLst/>
            <a:gdLst/>
            <a:ahLst/>
            <a:cxnLst/>
            <a:rect l="l" t="t" r="r" b="b"/>
            <a:pathLst>
              <a:path w="7309484" h="0">
                <a:moveTo>
                  <a:pt x="0" y="0"/>
                </a:moveTo>
                <a:lnTo>
                  <a:pt x="7309007" y="0"/>
                </a:lnTo>
              </a:path>
            </a:pathLst>
          </a:custGeom>
          <a:ln w="9524">
            <a:solidFill>
              <a:srgbClr val="0F2137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8" name="object 28"/>
          <p:cNvGrpSpPr/>
          <p:nvPr/>
        </p:nvGrpSpPr>
        <p:grpSpPr>
          <a:xfrm>
            <a:off x="10055309" y="3945730"/>
            <a:ext cx="7309484" cy="4377690"/>
            <a:chOff x="10055309" y="3945730"/>
            <a:chExt cx="7309484" cy="4377690"/>
          </a:xfrm>
        </p:grpSpPr>
        <p:sp>
          <p:nvSpPr>
            <p:cNvPr id="29" name="object 29"/>
            <p:cNvSpPr/>
            <p:nvPr/>
          </p:nvSpPr>
          <p:spPr>
            <a:xfrm>
              <a:off x="10055309" y="8318658"/>
              <a:ext cx="7309484" cy="0"/>
            </a:xfrm>
            <a:custGeom>
              <a:avLst/>
              <a:gdLst/>
              <a:ahLst/>
              <a:cxnLst/>
              <a:rect l="l" t="t" r="r" b="b"/>
              <a:pathLst>
                <a:path w="7309484" h="0">
                  <a:moveTo>
                    <a:pt x="0" y="0"/>
                  </a:moveTo>
                  <a:lnTo>
                    <a:pt x="7309007" y="0"/>
                  </a:lnTo>
                </a:path>
              </a:pathLst>
            </a:custGeom>
            <a:ln w="9524">
              <a:solidFill>
                <a:srgbClr val="0F21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0055309" y="4356258"/>
              <a:ext cx="7309484" cy="2971800"/>
            </a:xfrm>
            <a:custGeom>
              <a:avLst/>
              <a:gdLst/>
              <a:ahLst/>
              <a:cxnLst/>
              <a:rect l="l" t="t" r="r" b="b"/>
              <a:pathLst>
                <a:path w="7309484" h="2971800">
                  <a:moveTo>
                    <a:pt x="0" y="2971799"/>
                  </a:moveTo>
                  <a:lnTo>
                    <a:pt x="7309007" y="2971799"/>
                  </a:lnTo>
                </a:path>
                <a:path w="7309484" h="2971800">
                  <a:moveTo>
                    <a:pt x="0" y="1981199"/>
                  </a:moveTo>
                  <a:lnTo>
                    <a:pt x="7309007" y="1981199"/>
                  </a:lnTo>
                </a:path>
                <a:path w="7309484" h="2971800">
                  <a:moveTo>
                    <a:pt x="0" y="990599"/>
                  </a:moveTo>
                  <a:lnTo>
                    <a:pt x="7309007" y="990599"/>
                  </a:lnTo>
                </a:path>
                <a:path w="7309484" h="2971800">
                  <a:moveTo>
                    <a:pt x="0" y="0"/>
                  </a:moveTo>
                  <a:lnTo>
                    <a:pt x="7309007" y="0"/>
                  </a:lnTo>
                </a:path>
              </a:pathLst>
            </a:custGeom>
            <a:ln w="9524">
              <a:solidFill>
                <a:srgbClr val="0F21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0512122" y="3960018"/>
              <a:ext cx="6395720" cy="4358640"/>
            </a:xfrm>
            <a:custGeom>
              <a:avLst/>
              <a:gdLst/>
              <a:ahLst/>
              <a:cxnLst/>
              <a:rect l="l" t="t" r="r" b="b"/>
              <a:pathLst>
                <a:path w="6395719" h="4358640">
                  <a:moveTo>
                    <a:pt x="6395382" y="4358639"/>
                  </a:moveTo>
                  <a:lnTo>
                    <a:pt x="0" y="4358639"/>
                  </a:lnTo>
                  <a:lnTo>
                    <a:pt x="0" y="3268979"/>
                  </a:lnTo>
                  <a:lnTo>
                    <a:pt x="913626" y="495299"/>
                  </a:lnTo>
                  <a:lnTo>
                    <a:pt x="1827252" y="2179319"/>
                  </a:lnTo>
                  <a:lnTo>
                    <a:pt x="2740878" y="1832609"/>
                  </a:lnTo>
                  <a:lnTo>
                    <a:pt x="3654504" y="1981199"/>
                  </a:lnTo>
                  <a:lnTo>
                    <a:pt x="4568129" y="792479"/>
                  </a:lnTo>
                  <a:lnTo>
                    <a:pt x="5481756" y="0"/>
                  </a:lnTo>
                  <a:lnTo>
                    <a:pt x="6395382" y="2625089"/>
                  </a:lnTo>
                  <a:lnTo>
                    <a:pt x="6395382" y="4358639"/>
                  </a:lnTo>
                  <a:close/>
                </a:path>
              </a:pathLst>
            </a:custGeom>
            <a:solidFill>
              <a:srgbClr val="65D9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0512122" y="5297328"/>
              <a:ext cx="6395720" cy="3021330"/>
            </a:xfrm>
            <a:custGeom>
              <a:avLst/>
              <a:gdLst/>
              <a:ahLst/>
              <a:cxnLst/>
              <a:rect l="l" t="t" r="r" b="b"/>
              <a:pathLst>
                <a:path w="6395719" h="3021329">
                  <a:moveTo>
                    <a:pt x="6395382" y="3021329"/>
                  </a:moveTo>
                  <a:lnTo>
                    <a:pt x="0" y="3021329"/>
                  </a:lnTo>
                  <a:lnTo>
                    <a:pt x="0" y="2228849"/>
                  </a:lnTo>
                  <a:lnTo>
                    <a:pt x="913626" y="1634489"/>
                  </a:lnTo>
                  <a:lnTo>
                    <a:pt x="1827252" y="1139189"/>
                  </a:lnTo>
                  <a:lnTo>
                    <a:pt x="2740878" y="297179"/>
                  </a:lnTo>
                  <a:lnTo>
                    <a:pt x="3654504" y="0"/>
                  </a:lnTo>
                  <a:lnTo>
                    <a:pt x="4568129" y="148589"/>
                  </a:lnTo>
                  <a:lnTo>
                    <a:pt x="5481756" y="594360"/>
                  </a:lnTo>
                  <a:lnTo>
                    <a:pt x="6395382" y="1436369"/>
                  </a:lnTo>
                  <a:lnTo>
                    <a:pt x="6395382" y="3021329"/>
                  </a:lnTo>
                  <a:close/>
                </a:path>
              </a:pathLst>
            </a:custGeom>
            <a:solidFill>
              <a:srgbClr val="FF5E6D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0512122" y="3960018"/>
              <a:ext cx="6395720" cy="3268979"/>
            </a:xfrm>
            <a:custGeom>
              <a:avLst/>
              <a:gdLst/>
              <a:ahLst/>
              <a:cxnLst/>
              <a:rect l="l" t="t" r="r" b="b"/>
              <a:pathLst>
                <a:path w="6395719" h="3268979">
                  <a:moveTo>
                    <a:pt x="0" y="3268979"/>
                  </a:moveTo>
                  <a:lnTo>
                    <a:pt x="913625" y="495299"/>
                  </a:lnTo>
                  <a:lnTo>
                    <a:pt x="1827251" y="2179319"/>
                  </a:lnTo>
                  <a:lnTo>
                    <a:pt x="2740877" y="1832609"/>
                  </a:lnTo>
                  <a:lnTo>
                    <a:pt x="3654503" y="1981199"/>
                  </a:lnTo>
                  <a:lnTo>
                    <a:pt x="4568129" y="792479"/>
                  </a:lnTo>
                  <a:lnTo>
                    <a:pt x="5481755" y="0"/>
                  </a:lnTo>
                  <a:lnTo>
                    <a:pt x="6395382" y="2625089"/>
                  </a:lnTo>
                </a:path>
              </a:pathLst>
            </a:custGeom>
            <a:ln w="28574">
              <a:solidFill>
                <a:srgbClr val="65D9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0512122" y="5297328"/>
              <a:ext cx="6395720" cy="2228850"/>
            </a:xfrm>
            <a:custGeom>
              <a:avLst/>
              <a:gdLst/>
              <a:ahLst/>
              <a:cxnLst/>
              <a:rect l="l" t="t" r="r" b="b"/>
              <a:pathLst>
                <a:path w="6395719" h="2228850">
                  <a:moveTo>
                    <a:pt x="0" y="2228849"/>
                  </a:moveTo>
                  <a:lnTo>
                    <a:pt x="913625" y="1634489"/>
                  </a:lnTo>
                  <a:lnTo>
                    <a:pt x="1827251" y="1139189"/>
                  </a:lnTo>
                  <a:lnTo>
                    <a:pt x="2740877" y="297179"/>
                  </a:lnTo>
                  <a:lnTo>
                    <a:pt x="3654503" y="0"/>
                  </a:lnTo>
                  <a:lnTo>
                    <a:pt x="4568129" y="148589"/>
                  </a:lnTo>
                  <a:lnTo>
                    <a:pt x="5481755" y="594360"/>
                  </a:lnTo>
                  <a:lnTo>
                    <a:pt x="6395382" y="1436369"/>
                  </a:lnTo>
                </a:path>
              </a:pathLst>
            </a:custGeom>
            <a:ln w="28574">
              <a:solidFill>
                <a:srgbClr val="FF5E6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10395646" y="8339296"/>
            <a:ext cx="240029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160">
                <a:solidFill>
                  <a:srgbClr val="0F2137"/>
                </a:solidFill>
                <a:latin typeface="Trebuchet MS"/>
                <a:cs typeface="Trebuchet MS"/>
              </a:rPr>
              <a:t>06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1309291" y="8339296"/>
            <a:ext cx="236854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150">
                <a:solidFill>
                  <a:srgbClr val="0F2137"/>
                </a:solidFill>
                <a:latin typeface="Trebuchet MS"/>
                <a:cs typeface="Trebuchet MS"/>
              </a:rPr>
              <a:t>08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2249877" y="8339296"/>
            <a:ext cx="186690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25">
                <a:solidFill>
                  <a:srgbClr val="0F2137"/>
                </a:solidFill>
                <a:latin typeface="Trebuchet MS"/>
                <a:cs typeface="Trebuchet MS"/>
              </a:rPr>
              <a:t>10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3173054" y="8339296"/>
            <a:ext cx="167005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75">
                <a:solidFill>
                  <a:srgbClr val="0F2137"/>
                </a:solidFill>
                <a:latin typeface="Trebuchet MS"/>
                <a:cs typeface="Trebuchet MS"/>
              </a:rPr>
              <a:t>12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4081910" y="8339296"/>
            <a:ext cx="172720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45">
                <a:solidFill>
                  <a:srgbClr val="0F2137"/>
                </a:solidFill>
                <a:latin typeface="Trebuchet MS"/>
                <a:cs typeface="Trebuchet MS"/>
              </a:rPr>
              <a:t>14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4995478" y="8339296"/>
            <a:ext cx="176530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30">
                <a:solidFill>
                  <a:srgbClr val="0F2137"/>
                </a:solidFill>
                <a:latin typeface="Trebuchet MS"/>
                <a:cs typeface="Trebuchet MS"/>
              </a:rPr>
              <a:t>16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5909121" y="8339296"/>
            <a:ext cx="173355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50">
                <a:solidFill>
                  <a:srgbClr val="0F2137"/>
                </a:solidFill>
                <a:latin typeface="Trebuchet MS"/>
                <a:cs typeface="Trebuchet MS"/>
              </a:rPr>
              <a:t>18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6792113" y="8339296"/>
            <a:ext cx="229235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120">
                <a:solidFill>
                  <a:srgbClr val="0F2137"/>
                </a:solidFill>
                <a:latin typeface="Trebuchet MS"/>
                <a:cs typeface="Trebuchet MS"/>
              </a:rPr>
              <a:t>20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682623" y="8201183"/>
            <a:ext cx="262890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204">
                <a:solidFill>
                  <a:srgbClr val="0F2137"/>
                </a:solidFill>
                <a:latin typeface="Trebuchet MS"/>
                <a:cs typeface="Trebuchet MS"/>
              </a:rPr>
              <a:t>0%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591730" y="7210583"/>
            <a:ext cx="354330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145">
                <a:solidFill>
                  <a:srgbClr val="0F2137"/>
                </a:solidFill>
                <a:latin typeface="Trebuchet MS"/>
                <a:cs typeface="Trebuchet MS"/>
              </a:rPr>
              <a:t>20%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584676" y="6219983"/>
            <a:ext cx="361315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165">
                <a:solidFill>
                  <a:srgbClr val="0F2137"/>
                </a:solidFill>
                <a:latin typeface="Trebuchet MS"/>
                <a:cs typeface="Trebuchet MS"/>
              </a:rPr>
              <a:t>40%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580718" y="5229383"/>
            <a:ext cx="365125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175">
                <a:solidFill>
                  <a:srgbClr val="0F2137"/>
                </a:solidFill>
                <a:latin typeface="Trebuchet MS"/>
                <a:cs typeface="Trebuchet MS"/>
              </a:rPr>
              <a:t>60%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9583974" y="4238783"/>
            <a:ext cx="361950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165">
                <a:solidFill>
                  <a:srgbClr val="0F2137"/>
                </a:solidFill>
                <a:latin typeface="Trebuchet MS"/>
                <a:cs typeface="Trebuchet MS"/>
              </a:rPr>
              <a:t>80%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9521549" y="3248183"/>
            <a:ext cx="424180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85">
                <a:solidFill>
                  <a:srgbClr val="0F2137"/>
                </a:solidFill>
                <a:latin typeface="Trebuchet MS"/>
                <a:cs typeface="Trebuchet MS"/>
              </a:rPr>
              <a:t>100%</a:t>
            </a:r>
            <a:endParaRPr sz="12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713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01700" y="522605"/>
            <a:ext cx="180149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5" b="1">
                <a:solidFill>
                  <a:srgbClr val="65D9FF"/>
                </a:solidFill>
                <a:latin typeface="Arial"/>
                <a:cs typeface="Arial"/>
              </a:rPr>
              <a:t>S</a:t>
            </a:r>
            <a:r>
              <a:rPr dirty="0" sz="1350" spc="-190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350" spc="55" b="1">
                <a:solidFill>
                  <a:srgbClr val="65D9FF"/>
                </a:solidFill>
                <a:latin typeface="Arial"/>
                <a:cs typeface="Arial"/>
              </a:rPr>
              <a:t>M</a:t>
            </a:r>
            <a:r>
              <a:rPr dirty="0" sz="1350" spc="-18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350" spc="-35" b="1">
                <a:solidFill>
                  <a:srgbClr val="65D9FF"/>
                </a:solidFill>
                <a:latin typeface="Arial"/>
                <a:cs typeface="Arial"/>
              </a:rPr>
              <a:t>A</a:t>
            </a:r>
            <a:r>
              <a:rPr dirty="0" sz="1350" spc="-18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350" spc="-145" b="1">
                <a:solidFill>
                  <a:srgbClr val="65D9FF"/>
                </a:solidFill>
                <a:latin typeface="Arial"/>
                <a:cs typeface="Arial"/>
              </a:rPr>
              <a:t>R</a:t>
            </a:r>
            <a:r>
              <a:rPr dirty="0" sz="1350" spc="-190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350" spc="-40" b="1">
                <a:solidFill>
                  <a:srgbClr val="65D9FF"/>
                </a:solidFill>
                <a:latin typeface="Arial"/>
                <a:cs typeface="Arial"/>
              </a:rPr>
              <a:t>T</a:t>
            </a:r>
            <a:r>
              <a:rPr dirty="0" sz="1350" spc="-18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350" spc="-90" b="1">
                <a:solidFill>
                  <a:srgbClr val="65D9FF"/>
                </a:solidFill>
                <a:latin typeface="Arial"/>
                <a:cs typeface="Arial"/>
              </a:rPr>
              <a:t>F</a:t>
            </a:r>
            <a:r>
              <a:rPr dirty="0" sz="1350" spc="-18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350" spc="-90" b="1">
                <a:solidFill>
                  <a:srgbClr val="65D9FF"/>
                </a:solidFill>
                <a:latin typeface="Arial"/>
                <a:cs typeface="Arial"/>
              </a:rPr>
              <a:t>L</a:t>
            </a:r>
            <a:r>
              <a:rPr dirty="0" sz="1350" spc="-18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65D9FF"/>
                </a:solidFill>
                <a:latin typeface="Arial"/>
                <a:cs typeface="Arial"/>
              </a:rPr>
              <a:t>O</a:t>
            </a:r>
            <a:r>
              <a:rPr dirty="0" sz="1350" spc="-190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350" spc="75" b="1">
                <a:solidFill>
                  <a:srgbClr val="65D9FF"/>
                </a:solidFill>
                <a:latin typeface="Arial"/>
                <a:cs typeface="Arial"/>
              </a:rPr>
              <a:t>W</a:t>
            </a:r>
            <a:r>
              <a:rPr dirty="0" sz="1350" spc="33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350" spc="190" b="1">
                <a:solidFill>
                  <a:srgbClr val="65D9FF"/>
                </a:solidFill>
                <a:latin typeface="Arial"/>
                <a:cs typeface="Arial"/>
              </a:rPr>
              <a:t>/</a:t>
            </a:r>
            <a:r>
              <a:rPr dirty="0" sz="1350" spc="33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350" spc="220" b="1">
                <a:solidFill>
                  <a:srgbClr val="65D9FF"/>
                </a:solidFill>
                <a:latin typeface="Arial"/>
                <a:cs typeface="Arial"/>
              </a:rPr>
              <a:t>09</a:t>
            </a:r>
            <a:endParaRPr sz="135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600" spc="-75">
                <a:solidFill>
                  <a:srgbClr val="F4F7FB"/>
                </a:solidFill>
              </a:rPr>
              <a:t>Traffic</a:t>
            </a:r>
            <a:r>
              <a:rPr dirty="0" sz="4600" spc="-275">
                <a:solidFill>
                  <a:srgbClr val="F4F7FB"/>
                </a:solidFill>
              </a:rPr>
              <a:t> </a:t>
            </a:r>
            <a:r>
              <a:rPr dirty="0" sz="4600" spc="-40">
                <a:solidFill>
                  <a:srgbClr val="F4F7FB"/>
                </a:solidFill>
              </a:rPr>
              <a:t>intelligence,</a:t>
            </a:r>
            <a:r>
              <a:rPr dirty="0" sz="4600" spc="-229">
                <a:solidFill>
                  <a:srgbClr val="F4F7FB"/>
                </a:solidFill>
              </a:rPr>
              <a:t> </a:t>
            </a:r>
            <a:r>
              <a:rPr dirty="0" sz="4600">
                <a:solidFill>
                  <a:srgbClr val="F4F7FB"/>
                </a:solidFill>
              </a:rPr>
              <a:t>in</a:t>
            </a:r>
            <a:r>
              <a:rPr dirty="0" sz="4600" spc="-100">
                <a:solidFill>
                  <a:srgbClr val="F4F7FB"/>
                </a:solidFill>
              </a:rPr>
              <a:t> </a:t>
            </a:r>
            <a:r>
              <a:rPr dirty="0" sz="4600" spc="-125">
                <a:solidFill>
                  <a:srgbClr val="F4F7FB"/>
                </a:solidFill>
              </a:rPr>
              <a:t>every</a:t>
            </a:r>
            <a:r>
              <a:rPr dirty="0" sz="4600" spc="-300">
                <a:solidFill>
                  <a:srgbClr val="F4F7FB"/>
                </a:solidFill>
              </a:rPr>
              <a:t> </a:t>
            </a:r>
            <a:r>
              <a:rPr dirty="0" sz="4600" spc="-10">
                <a:solidFill>
                  <a:srgbClr val="F4F7FB"/>
                </a:solidFill>
              </a:rPr>
              <a:t>pocket</a:t>
            </a:r>
            <a:endParaRPr sz="4600"/>
          </a:p>
        </p:txBody>
      </p:sp>
      <p:sp>
        <p:nvSpPr>
          <p:cNvPr id="5" name="object 5"/>
          <p:cNvSpPr/>
          <p:nvPr/>
        </p:nvSpPr>
        <p:spPr>
          <a:xfrm>
            <a:off x="914400" y="1695450"/>
            <a:ext cx="16459200" cy="0"/>
          </a:xfrm>
          <a:custGeom>
            <a:avLst/>
            <a:gdLst/>
            <a:ahLst/>
            <a:cxnLst/>
            <a:rect l="l" t="t" r="r" b="b"/>
            <a:pathLst>
              <a:path w="16459200" h="0">
                <a:moveTo>
                  <a:pt x="0" y="0"/>
                </a:moveTo>
                <a:lnTo>
                  <a:pt x="16459198" y="0"/>
                </a:lnTo>
              </a:path>
            </a:pathLst>
          </a:custGeom>
          <a:ln w="19049">
            <a:solidFill>
              <a:srgbClr val="0F253C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91500" y="2095500"/>
            <a:ext cx="9143999" cy="72389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35049" y="2703818"/>
            <a:ext cx="5354955" cy="17786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6895"/>
              </a:lnSpc>
              <a:spcBef>
                <a:spcPts val="110"/>
              </a:spcBef>
            </a:pPr>
            <a:r>
              <a:rPr dirty="0" sz="6300" spc="-60" b="1">
                <a:solidFill>
                  <a:srgbClr val="F4F7FB"/>
                </a:solidFill>
                <a:latin typeface="Trebuchet MS"/>
                <a:cs typeface="Trebuchet MS"/>
              </a:rPr>
              <a:t>K</a:t>
            </a:r>
            <a:r>
              <a:rPr dirty="0" sz="6300" spc="520" b="1">
                <a:solidFill>
                  <a:srgbClr val="F4F7FB"/>
                </a:solidFill>
                <a:latin typeface="Trebuchet MS"/>
                <a:cs typeface="Trebuchet MS"/>
              </a:rPr>
              <a:t>n</a:t>
            </a:r>
            <a:r>
              <a:rPr dirty="0" sz="6300" spc="250" b="1">
                <a:solidFill>
                  <a:srgbClr val="F4F7FB"/>
                </a:solidFill>
                <a:latin typeface="Trebuchet MS"/>
                <a:cs typeface="Trebuchet MS"/>
              </a:rPr>
              <a:t>o</a:t>
            </a:r>
            <a:r>
              <a:rPr dirty="0" sz="6300" spc="385" b="1">
                <a:solidFill>
                  <a:srgbClr val="F4F7FB"/>
                </a:solidFill>
                <a:latin typeface="Trebuchet MS"/>
                <a:cs typeface="Trebuchet MS"/>
              </a:rPr>
              <a:t>w</a:t>
            </a:r>
            <a:r>
              <a:rPr dirty="0" sz="6300" spc="-575" b="1">
                <a:solidFill>
                  <a:srgbClr val="F4F7FB"/>
                </a:solidFill>
                <a:latin typeface="Trebuchet MS"/>
                <a:cs typeface="Trebuchet MS"/>
              </a:rPr>
              <a:t> </a:t>
            </a:r>
            <a:r>
              <a:rPr dirty="0" sz="6300" spc="-10" b="1">
                <a:solidFill>
                  <a:srgbClr val="F4F7FB"/>
                </a:solidFill>
                <a:latin typeface="Trebuchet MS"/>
                <a:cs typeface="Trebuchet MS"/>
              </a:rPr>
              <a:t>sooner.</a:t>
            </a:r>
            <a:endParaRPr sz="6300">
              <a:latin typeface="Trebuchet MS"/>
              <a:cs typeface="Trebuchet MS"/>
            </a:endParaRPr>
          </a:p>
          <a:p>
            <a:pPr marL="12700">
              <a:lnSpc>
                <a:spcPts val="6895"/>
              </a:lnSpc>
            </a:pPr>
            <a:r>
              <a:rPr dirty="0" sz="6300" spc="265" b="1">
                <a:solidFill>
                  <a:srgbClr val="F4F7FB"/>
                </a:solidFill>
                <a:latin typeface="Trebuchet MS"/>
                <a:cs typeface="Trebuchet MS"/>
              </a:rPr>
              <a:t>Move</a:t>
            </a:r>
            <a:r>
              <a:rPr dirty="0" sz="6300" spc="-285" b="1">
                <a:solidFill>
                  <a:srgbClr val="F4F7FB"/>
                </a:solidFill>
                <a:latin typeface="Trebuchet MS"/>
                <a:cs typeface="Trebuchet MS"/>
              </a:rPr>
              <a:t> </a:t>
            </a:r>
            <a:r>
              <a:rPr dirty="0" sz="6300" spc="-155" b="1">
                <a:solidFill>
                  <a:srgbClr val="F4F7FB"/>
                </a:solidFill>
                <a:latin typeface="Trebuchet MS"/>
                <a:cs typeface="Trebuchet MS"/>
              </a:rPr>
              <a:t>smarter.</a:t>
            </a:r>
            <a:endParaRPr sz="63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1250" y="5078412"/>
            <a:ext cx="5810250" cy="1082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100"/>
              </a:lnSpc>
              <a:spcBef>
                <a:spcPts val="100"/>
              </a:spcBef>
            </a:pPr>
            <a:r>
              <a:rPr dirty="0" sz="2100">
                <a:solidFill>
                  <a:srgbClr val="B8C7D8"/>
                </a:solidFill>
                <a:latin typeface="Trebuchet MS"/>
                <a:cs typeface="Trebuchet MS"/>
              </a:rPr>
              <a:t>Live</a:t>
            </a:r>
            <a:r>
              <a:rPr dirty="0" sz="2100" spc="-20">
                <a:solidFill>
                  <a:srgbClr val="B8C7D8"/>
                </a:solidFill>
                <a:latin typeface="Trebuchet MS"/>
                <a:cs typeface="Trebuchet MS"/>
              </a:rPr>
              <a:t> </a:t>
            </a:r>
            <a:r>
              <a:rPr dirty="0" sz="2100" spc="65">
                <a:solidFill>
                  <a:srgbClr val="B8C7D8"/>
                </a:solidFill>
                <a:latin typeface="Trebuchet MS"/>
                <a:cs typeface="Trebuchet MS"/>
              </a:rPr>
              <a:t>congestion</a:t>
            </a:r>
            <a:r>
              <a:rPr dirty="0" sz="2100" spc="-15">
                <a:solidFill>
                  <a:srgbClr val="B8C7D8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B8C7D8"/>
                </a:solidFill>
                <a:latin typeface="Trebuchet MS"/>
                <a:cs typeface="Trebuchet MS"/>
              </a:rPr>
              <a:t>updates,</a:t>
            </a:r>
            <a:r>
              <a:rPr dirty="0" sz="2100" spc="-15">
                <a:solidFill>
                  <a:srgbClr val="B8C7D8"/>
                </a:solidFill>
                <a:latin typeface="Trebuchet MS"/>
                <a:cs typeface="Trebuchet MS"/>
              </a:rPr>
              <a:t> </a:t>
            </a:r>
            <a:r>
              <a:rPr dirty="0" sz="2100" spc="50">
                <a:solidFill>
                  <a:srgbClr val="B8C7D8"/>
                </a:solidFill>
                <a:latin typeface="Trebuchet MS"/>
                <a:cs typeface="Trebuchet MS"/>
              </a:rPr>
              <a:t>accident</a:t>
            </a:r>
            <a:r>
              <a:rPr dirty="0" sz="2100" spc="-15">
                <a:solidFill>
                  <a:srgbClr val="B8C7D8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B8C7D8"/>
                </a:solidFill>
                <a:latin typeface="Trebuchet MS"/>
                <a:cs typeface="Trebuchet MS"/>
              </a:rPr>
              <a:t>warnings, alternative</a:t>
            </a:r>
            <a:r>
              <a:rPr dirty="0" sz="2100" spc="-90">
                <a:solidFill>
                  <a:srgbClr val="B8C7D8"/>
                </a:solidFill>
                <a:latin typeface="Trebuchet MS"/>
                <a:cs typeface="Trebuchet MS"/>
              </a:rPr>
              <a:t> </a:t>
            </a:r>
            <a:r>
              <a:rPr dirty="0" sz="2100" spc="50">
                <a:solidFill>
                  <a:srgbClr val="B8C7D8"/>
                </a:solidFill>
                <a:latin typeface="Trebuchet MS"/>
                <a:cs typeface="Trebuchet MS"/>
              </a:rPr>
              <a:t>routes</a:t>
            </a:r>
            <a:r>
              <a:rPr dirty="0" sz="2100" spc="-90">
                <a:solidFill>
                  <a:srgbClr val="B8C7D8"/>
                </a:solidFill>
                <a:latin typeface="Trebuchet MS"/>
                <a:cs typeface="Trebuchet MS"/>
              </a:rPr>
              <a:t> </a:t>
            </a:r>
            <a:r>
              <a:rPr dirty="0" sz="2100" spc="70">
                <a:solidFill>
                  <a:srgbClr val="B8C7D8"/>
                </a:solidFill>
                <a:latin typeface="Trebuchet MS"/>
                <a:cs typeface="Trebuchet MS"/>
              </a:rPr>
              <a:t>and</a:t>
            </a:r>
            <a:r>
              <a:rPr dirty="0" sz="2100" spc="-90">
                <a:solidFill>
                  <a:srgbClr val="B8C7D8"/>
                </a:solidFill>
                <a:latin typeface="Trebuchet MS"/>
                <a:cs typeface="Trebuchet MS"/>
              </a:rPr>
              <a:t> </a:t>
            </a:r>
            <a:r>
              <a:rPr dirty="0" sz="2100" spc="-30">
                <a:solidFill>
                  <a:srgbClr val="B8C7D8"/>
                </a:solidFill>
                <a:latin typeface="Trebuchet MS"/>
                <a:cs typeface="Trebuchet MS"/>
              </a:rPr>
              <a:t>reliable</a:t>
            </a:r>
            <a:r>
              <a:rPr dirty="0" sz="2100" spc="-90">
                <a:solidFill>
                  <a:srgbClr val="B8C7D8"/>
                </a:solidFill>
                <a:latin typeface="Trebuchet MS"/>
                <a:cs typeface="Trebuchet MS"/>
              </a:rPr>
              <a:t> </a:t>
            </a:r>
            <a:r>
              <a:rPr dirty="0" sz="2100" spc="-30">
                <a:solidFill>
                  <a:srgbClr val="B8C7D8"/>
                </a:solidFill>
                <a:latin typeface="Trebuchet MS"/>
                <a:cs typeface="Trebuchet MS"/>
              </a:rPr>
              <a:t>arrival</a:t>
            </a:r>
            <a:r>
              <a:rPr dirty="0" sz="2100" spc="-85">
                <a:solidFill>
                  <a:srgbClr val="B8C7D8"/>
                </a:solidFill>
                <a:latin typeface="Trebuchet MS"/>
                <a:cs typeface="Trebuchet MS"/>
              </a:rPr>
              <a:t> </a:t>
            </a:r>
            <a:r>
              <a:rPr dirty="0" sz="2100" spc="40">
                <a:solidFill>
                  <a:srgbClr val="B8C7D8"/>
                </a:solidFill>
                <a:latin typeface="Trebuchet MS"/>
                <a:cs typeface="Trebuchet MS"/>
              </a:rPr>
              <a:t>estimates</a:t>
            </a:r>
            <a:endParaRPr sz="21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2100" spc="229">
                <a:solidFill>
                  <a:srgbClr val="B8C7D8"/>
                </a:solidFill>
                <a:latin typeface="Trebuchet MS"/>
                <a:cs typeface="Trebuchet MS"/>
              </a:rPr>
              <a:t>—</a:t>
            </a:r>
            <a:r>
              <a:rPr dirty="0" sz="2100" spc="-55">
                <a:solidFill>
                  <a:srgbClr val="B8C7D8"/>
                </a:solidFill>
                <a:latin typeface="Trebuchet MS"/>
                <a:cs typeface="Trebuchet MS"/>
              </a:rPr>
              <a:t> </a:t>
            </a:r>
            <a:r>
              <a:rPr dirty="0" sz="2100" spc="70">
                <a:solidFill>
                  <a:srgbClr val="B8C7D8"/>
                </a:solidFill>
                <a:latin typeface="Trebuchet MS"/>
                <a:cs typeface="Trebuchet MS"/>
              </a:rPr>
              <a:t>designed</a:t>
            </a:r>
            <a:r>
              <a:rPr dirty="0" sz="2100" spc="-55">
                <a:solidFill>
                  <a:srgbClr val="B8C7D8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B8C7D8"/>
                </a:solidFill>
                <a:latin typeface="Trebuchet MS"/>
                <a:cs typeface="Trebuchet MS"/>
              </a:rPr>
              <a:t>for</a:t>
            </a:r>
            <a:r>
              <a:rPr dirty="0" sz="2100" spc="-50">
                <a:solidFill>
                  <a:srgbClr val="B8C7D8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B8C7D8"/>
                </a:solidFill>
                <a:latin typeface="Trebuchet MS"/>
                <a:cs typeface="Trebuchet MS"/>
              </a:rPr>
              <a:t>faster</a:t>
            </a:r>
            <a:r>
              <a:rPr dirty="0" sz="2100" spc="-55">
                <a:solidFill>
                  <a:srgbClr val="B8C7D8"/>
                </a:solidFill>
                <a:latin typeface="Trebuchet MS"/>
                <a:cs typeface="Trebuchet MS"/>
              </a:rPr>
              <a:t> </a:t>
            </a:r>
            <a:r>
              <a:rPr dirty="0" sz="2100" spc="60">
                <a:solidFill>
                  <a:srgbClr val="B8C7D8"/>
                </a:solidFill>
                <a:latin typeface="Trebuchet MS"/>
                <a:cs typeface="Trebuchet MS"/>
              </a:rPr>
              <a:t>everyday</a:t>
            </a:r>
            <a:r>
              <a:rPr dirty="0" sz="2100" spc="-55">
                <a:solidFill>
                  <a:srgbClr val="B8C7D8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B8C7D8"/>
                </a:solidFill>
                <a:latin typeface="Trebuchet MS"/>
                <a:cs typeface="Trebuchet MS"/>
              </a:rPr>
              <a:t>decisions.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11250" y="7493952"/>
            <a:ext cx="4174490" cy="2425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140" b="1">
                <a:solidFill>
                  <a:srgbClr val="65D9FF"/>
                </a:solidFill>
                <a:latin typeface="Arial"/>
                <a:cs typeface="Arial"/>
              </a:rPr>
              <a:t>R</a:t>
            </a:r>
            <a:r>
              <a:rPr dirty="0" sz="1400" spc="-190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400" spc="-130" b="1">
                <a:solidFill>
                  <a:srgbClr val="65D9FF"/>
                </a:solidFill>
                <a:latin typeface="Arial"/>
                <a:cs typeface="Arial"/>
              </a:rPr>
              <a:t>E</a:t>
            </a:r>
            <a:r>
              <a:rPr dirty="0" sz="1400" spc="-190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400" spc="-30" b="1">
                <a:solidFill>
                  <a:srgbClr val="65D9FF"/>
                </a:solidFill>
                <a:latin typeface="Arial"/>
                <a:cs typeface="Arial"/>
              </a:rPr>
              <a:t>A</a:t>
            </a:r>
            <a:r>
              <a:rPr dirty="0" sz="1400" spc="-190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400" spc="-75" b="1">
                <a:solidFill>
                  <a:srgbClr val="65D9FF"/>
                </a:solidFill>
                <a:latin typeface="Arial"/>
                <a:cs typeface="Arial"/>
              </a:rPr>
              <a:t>L</a:t>
            </a:r>
            <a:r>
              <a:rPr dirty="0" sz="1400" spc="-18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400" spc="285" b="1">
                <a:solidFill>
                  <a:srgbClr val="65D9FF"/>
                </a:solidFill>
                <a:latin typeface="Arial"/>
                <a:cs typeface="Arial"/>
              </a:rPr>
              <a:t>-</a:t>
            </a:r>
            <a:r>
              <a:rPr dirty="0" sz="1400" spc="-190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65D9FF"/>
                </a:solidFill>
                <a:latin typeface="Arial"/>
                <a:cs typeface="Arial"/>
              </a:rPr>
              <a:t>T</a:t>
            </a:r>
            <a:r>
              <a:rPr dirty="0" sz="1400" spc="-190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65D9FF"/>
                </a:solidFill>
                <a:latin typeface="Arial"/>
                <a:cs typeface="Arial"/>
              </a:rPr>
              <a:t>I</a:t>
            </a:r>
            <a:r>
              <a:rPr dirty="0" sz="1400" spc="-18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400" spc="90" b="1">
                <a:solidFill>
                  <a:srgbClr val="65D9FF"/>
                </a:solidFill>
                <a:latin typeface="Arial"/>
                <a:cs typeface="Arial"/>
              </a:rPr>
              <a:t>M</a:t>
            </a:r>
            <a:r>
              <a:rPr dirty="0" sz="1400" spc="-190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65D9FF"/>
                </a:solidFill>
                <a:latin typeface="Arial"/>
                <a:cs typeface="Arial"/>
              </a:rPr>
              <a:t>E</a:t>
            </a:r>
            <a:r>
              <a:rPr dirty="0" sz="1400" spc="350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400" spc="50" b="1">
                <a:solidFill>
                  <a:srgbClr val="65D9FF"/>
                </a:solidFill>
                <a:latin typeface="Arial"/>
                <a:cs typeface="Arial"/>
              </a:rPr>
              <a:t>•</a:t>
            </a:r>
            <a:r>
              <a:rPr dirty="0" sz="1400" spc="350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400" spc="-75" b="1">
                <a:solidFill>
                  <a:srgbClr val="65D9FF"/>
                </a:solidFill>
                <a:latin typeface="Arial"/>
                <a:cs typeface="Arial"/>
              </a:rPr>
              <a:t>P</a:t>
            </a:r>
            <a:r>
              <a:rPr dirty="0" sz="1400" spc="-190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400" spc="-130" b="1">
                <a:solidFill>
                  <a:srgbClr val="65D9FF"/>
                </a:solidFill>
                <a:latin typeface="Arial"/>
                <a:cs typeface="Arial"/>
              </a:rPr>
              <a:t>E</a:t>
            </a:r>
            <a:r>
              <a:rPr dirty="0" sz="1400" spc="-18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400" spc="-140" b="1">
                <a:solidFill>
                  <a:srgbClr val="65D9FF"/>
                </a:solidFill>
                <a:latin typeface="Arial"/>
                <a:cs typeface="Arial"/>
              </a:rPr>
              <a:t>R</a:t>
            </a:r>
            <a:r>
              <a:rPr dirty="0" sz="1400" spc="-190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400" spc="-100" b="1">
                <a:solidFill>
                  <a:srgbClr val="65D9FF"/>
                </a:solidFill>
                <a:latin typeface="Arial"/>
                <a:cs typeface="Arial"/>
              </a:rPr>
              <a:t>S</a:t>
            </a:r>
            <a:r>
              <a:rPr dirty="0" sz="1400" spc="-190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65D9FF"/>
                </a:solidFill>
                <a:latin typeface="Arial"/>
                <a:cs typeface="Arial"/>
              </a:rPr>
              <a:t>O</a:t>
            </a:r>
            <a:r>
              <a:rPr dirty="0" sz="1400" spc="-18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65D9FF"/>
                </a:solidFill>
                <a:latin typeface="Arial"/>
                <a:cs typeface="Arial"/>
              </a:rPr>
              <a:t>N</a:t>
            </a:r>
            <a:r>
              <a:rPr dirty="0" sz="1400" spc="-190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400" spc="-30" b="1">
                <a:solidFill>
                  <a:srgbClr val="65D9FF"/>
                </a:solidFill>
                <a:latin typeface="Arial"/>
                <a:cs typeface="Arial"/>
              </a:rPr>
              <a:t>A</a:t>
            </a:r>
            <a:r>
              <a:rPr dirty="0" sz="1400" spc="-190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65D9FF"/>
                </a:solidFill>
                <a:latin typeface="Arial"/>
                <a:cs typeface="Arial"/>
              </a:rPr>
              <a:t>L</a:t>
            </a:r>
            <a:r>
              <a:rPr dirty="0" sz="1400" spc="350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400" spc="50" b="1">
                <a:solidFill>
                  <a:srgbClr val="65D9FF"/>
                </a:solidFill>
                <a:latin typeface="Arial"/>
                <a:cs typeface="Arial"/>
              </a:rPr>
              <a:t>•</a:t>
            </a:r>
            <a:r>
              <a:rPr dirty="0" sz="1400" spc="350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400" spc="-30" b="1">
                <a:solidFill>
                  <a:srgbClr val="65D9FF"/>
                </a:solidFill>
                <a:latin typeface="Arial"/>
                <a:cs typeface="Arial"/>
              </a:rPr>
              <a:t>A</a:t>
            </a:r>
            <a:r>
              <a:rPr dirty="0" sz="1400" spc="-18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65D9FF"/>
                </a:solidFill>
                <a:latin typeface="Arial"/>
                <a:cs typeface="Arial"/>
              </a:rPr>
              <a:t>C</a:t>
            </a:r>
            <a:r>
              <a:rPr dirty="0" sz="1400" spc="-190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65D9FF"/>
                </a:solidFill>
                <a:latin typeface="Arial"/>
                <a:cs typeface="Arial"/>
              </a:rPr>
              <a:t>T</a:t>
            </a:r>
            <a:r>
              <a:rPr dirty="0" sz="1400" spc="-190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65D9FF"/>
                </a:solidFill>
                <a:latin typeface="Arial"/>
                <a:cs typeface="Arial"/>
              </a:rPr>
              <a:t>I</a:t>
            </a:r>
            <a:r>
              <a:rPr dirty="0" sz="1400" spc="-18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65D9FF"/>
                </a:solidFill>
                <a:latin typeface="Arial"/>
                <a:cs typeface="Arial"/>
              </a:rPr>
              <a:t>O</a:t>
            </a:r>
            <a:r>
              <a:rPr dirty="0" sz="1400" spc="-190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65D9FF"/>
                </a:solidFill>
                <a:latin typeface="Arial"/>
                <a:cs typeface="Arial"/>
              </a:rPr>
              <a:t>N</a:t>
            </a:r>
            <a:r>
              <a:rPr dirty="0" sz="1400" spc="-190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400" spc="-30" b="1">
                <a:solidFill>
                  <a:srgbClr val="65D9FF"/>
                </a:solidFill>
                <a:latin typeface="Arial"/>
                <a:cs typeface="Arial"/>
              </a:rPr>
              <a:t>A</a:t>
            </a:r>
            <a:r>
              <a:rPr dirty="0" sz="1400" spc="-18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400" spc="-130" b="1">
                <a:solidFill>
                  <a:srgbClr val="65D9FF"/>
                </a:solidFill>
                <a:latin typeface="Arial"/>
                <a:cs typeface="Arial"/>
              </a:rPr>
              <a:t>B</a:t>
            </a:r>
            <a:r>
              <a:rPr dirty="0" sz="1400" spc="-190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400" spc="-75" b="1">
                <a:solidFill>
                  <a:srgbClr val="65D9FF"/>
                </a:solidFill>
                <a:latin typeface="Arial"/>
                <a:cs typeface="Arial"/>
              </a:rPr>
              <a:t>L</a:t>
            </a:r>
            <a:r>
              <a:rPr dirty="0" sz="1400" spc="-190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400" spc="-50" b="1">
                <a:solidFill>
                  <a:srgbClr val="65D9FF"/>
                </a:solidFill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522605"/>
            <a:ext cx="1751964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5" b="1">
                <a:solidFill>
                  <a:srgbClr val="26A6FF"/>
                </a:solidFill>
                <a:latin typeface="Arial"/>
                <a:cs typeface="Arial"/>
              </a:rPr>
              <a:t>S</a:t>
            </a:r>
            <a:r>
              <a:rPr dirty="0" sz="1350" spc="-19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55" b="1">
                <a:solidFill>
                  <a:srgbClr val="26A6FF"/>
                </a:solidFill>
                <a:latin typeface="Arial"/>
                <a:cs typeface="Arial"/>
              </a:rPr>
              <a:t>M</a:t>
            </a:r>
            <a:r>
              <a:rPr dirty="0" sz="1350" spc="-18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-35" b="1">
                <a:solidFill>
                  <a:srgbClr val="26A6FF"/>
                </a:solidFill>
                <a:latin typeface="Arial"/>
                <a:cs typeface="Arial"/>
              </a:rPr>
              <a:t>A</a:t>
            </a:r>
            <a:r>
              <a:rPr dirty="0" sz="1350" spc="-18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-145" b="1">
                <a:solidFill>
                  <a:srgbClr val="26A6FF"/>
                </a:solidFill>
                <a:latin typeface="Arial"/>
                <a:cs typeface="Arial"/>
              </a:rPr>
              <a:t>R</a:t>
            </a:r>
            <a:r>
              <a:rPr dirty="0" sz="1350" spc="-19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-40" b="1">
                <a:solidFill>
                  <a:srgbClr val="26A6FF"/>
                </a:solidFill>
                <a:latin typeface="Arial"/>
                <a:cs typeface="Arial"/>
              </a:rPr>
              <a:t>T</a:t>
            </a:r>
            <a:r>
              <a:rPr dirty="0" sz="1350" spc="-18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-90" b="1">
                <a:solidFill>
                  <a:srgbClr val="26A6FF"/>
                </a:solidFill>
                <a:latin typeface="Arial"/>
                <a:cs typeface="Arial"/>
              </a:rPr>
              <a:t>F</a:t>
            </a:r>
            <a:r>
              <a:rPr dirty="0" sz="1350" spc="-18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-90" b="1">
                <a:solidFill>
                  <a:srgbClr val="26A6FF"/>
                </a:solidFill>
                <a:latin typeface="Arial"/>
                <a:cs typeface="Arial"/>
              </a:rPr>
              <a:t>L</a:t>
            </a:r>
            <a:r>
              <a:rPr dirty="0" sz="1350" spc="-19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26A6FF"/>
                </a:solidFill>
                <a:latin typeface="Arial"/>
                <a:cs typeface="Arial"/>
              </a:rPr>
              <a:t>O</a:t>
            </a:r>
            <a:r>
              <a:rPr dirty="0" sz="1350" spc="-18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75" b="1">
                <a:solidFill>
                  <a:srgbClr val="26A6FF"/>
                </a:solidFill>
                <a:latin typeface="Arial"/>
                <a:cs typeface="Arial"/>
              </a:rPr>
              <a:t>W</a:t>
            </a:r>
            <a:r>
              <a:rPr dirty="0" sz="1350" spc="33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190" b="1">
                <a:solidFill>
                  <a:srgbClr val="26A6FF"/>
                </a:solidFill>
                <a:latin typeface="Arial"/>
                <a:cs typeface="Arial"/>
              </a:rPr>
              <a:t>/</a:t>
            </a:r>
            <a:r>
              <a:rPr dirty="0" sz="1350" spc="33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-285" b="1">
                <a:solidFill>
                  <a:srgbClr val="26A6FF"/>
                </a:solidFill>
                <a:latin typeface="Arial"/>
                <a:cs typeface="Arial"/>
              </a:rPr>
              <a:t>1</a:t>
            </a:r>
            <a:r>
              <a:rPr dirty="0" sz="1350" spc="-18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350" spc="150" b="1">
                <a:solidFill>
                  <a:srgbClr val="26A6FF"/>
                </a:solidFill>
                <a:latin typeface="Arial"/>
                <a:cs typeface="Arial"/>
              </a:rPr>
              <a:t>0</a:t>
            </a:r>
            <a:endParaRPr sz="13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60"/>
              <a:t>Modular</a:t>
            </a:r>
            <a:r>
              <a:rPr dirty="0" spc="-285"/>
              <a:t> </a:t>
            </a:r>
            <a:r>
              <a:rPr dirty="0"/>
              <a:t>by</a:t>
            </a:r>
            <a:r>
              <a:rPr dirty="0" spc="-355"/>
              <a:t> </a:t>
            </a:r>
            <a:r>
              <a:rPr dirty="0" spc="-10"/>
              <a:t>design.</a:t>
            </a:r>
            <a:r>
              <a:rPr dirty="0" spc="-15"/>
              <a:t> </a:t>
            </a:r>
            <a:r>
              <a:rPr dirty="0" spc="110"/>
              <a:t>Scalable</a:t>
            </a:r>
            <a:r>
              <a:rPr dirty="0" spc="-295"/>
              <a:t> </a:t>
            </a:r>
            <a:r>
              <a:rPr dirty="0"/>
              <a:t>by</a:t>
            </a:r>
            <a:r>
              <a:rPr dirty="0" spc="-350"/>
              <a:t> </a:t>
            </a:r>
            <a:r>
              <a:rPr dirty="0" spc="-120"/>
              <a:t>default.</a:t>
            </a:r>
          </a:p>
        </p:txBody>
      </p:sp>
      <p:sp>
        <p:nvSpPr>
          <p:cNvPr id="4" name="object 4"/>
          <p:cNvSpPr/>
          <p:nvPr/>
        </p:nvSpPr>
        <p:spPr>
          <a:xfrm>
            <a:off x="914400" y="1695450"/>
            <a:ext cx="16459200" cy="0"/>
          </a:xfrm>
          <a:custGeom>
            <a:avLst/>
            <a:gdLst/>
            <a:ahLst/>
            <a:cxnLst/>
            <a:rect l="l" t="t" r="r" b="b"/>
            <a:pathLst>
              <a:path w="16459200" h="0">
                <a:moveTo>
                  <a:pt x="0" y="0"/>
                </a:moveTo>
                <a:lnTo>
                  <a:pt x="16459198" y="0"/>
                </a:lnTo>
              </a:path>
            </a:pathLst>
          </a:custGeom>
          <a:ln w="19049">
            <a:solidFill>
              <a:srgbClr val="CCDA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57200" y="3905249"/>
            <a:ext cx="2092960" cy="1428750"/>
          </a:xfrm>
          <a:custGeom>
            <a:avLst/>
            <a:gdLst/>
            <a:ahLst/>
            <a:cxnLst/>
            <a:rect l="l" t="t" r="r" b="b"/>
            <a:pathLst>
              <a:path w="2092960" h="1428750">
                <a:moveTo>
                  <a:pt x="1943099" y="1428749"/>
                </a:moveTo>
                <a:lnTo>
                  <a:pt x="152400" y="1428749"/>
                </a:lnTo>
                <a:lnTo>
                  <a:pt x="104229" y="1420980"/>
                </a:lnTo>
                <a:lnTo>
                  <a:pt x="62394" y="1399345"/>
                </a:lnTo>
                <a:lnTo>
                  <a:pt x="29404" y="1366355"/>
                </a:lnTo>
                <a:lnTo>
                  <a:pt x="7769" y="1324520"/>
                </a:lnTo>
                <a:lnTo>
                  <a:pt x="0" y="1276350"/>
                </a:lnTo>
                <a:lnTo>
                  <a:pt x="0" y="152400"/>
                </a:lnTo>
                <a:lnTo>
                  <a:pt x="7769" y="104229"/>
                </a:lnTo>
                <a:lnTo>
                  <a:pt x="29404" y="62394"/>
                </a:lnTo>
                <a:lnTo>
                  <a:pt x="62394" y="29404"/>
                </a:lnTo>
                <a:lnTo>
                  <a:pt x="104229" y="7769"/>
                </a:lnTo>
                <a:lnTo>
                  <a:pt x="152400" y="0"/>
                </a:lnTo>
                <a:lnTo>
                  <a:pt x="1943099" y="0"/>
                </a:lnTo>
                <a:lnTo>
                  <a:pt x="1991270" y="7769"/>
                </a:lnTo>
                <a:lnTo>
                  <a:pt x="2033105" y="29404"/>
                </a:lnTo>
                <a:lnTo>
                  <a:pt x="2066095" y="62394"/>
                </a:lnTo>
                <a:lnTo>
                  <a:pt x="2087730" y="104229"/>
                </a:lnTo>
                <a:lnTo>
                  <a:pt x="2092895" y="136251"/>
                </a:lnTo>
                <a:lnTo>
                  <a:pt x="2092895" y="1292498"/>
                </a:lnTo>
                <a:lnTo>
                  <a:pt x="2066095" y="1366355"/>
                </a:lnTo>
                <a:lnTo>
                  <a:pt x="2033105" y="1399345"/>
                </a:lnTo>
                <a:lnTo>
                  <a:pt x="1991270" y="1420980"/>
                </a:lnTo>
                <a:lnTo>
                  <a:pt x="1943099" y="1428749"/>
                </a:lnTo>
                <a:close/>
              </a:path>
            </a:pathLst>
          </a:custGeom>
          <a:solidFill>
            <a:srgbClr val="0F25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554287" y="4292600"/>
            <a:ext cx="5283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4984" algn="l"/>
              </a:tabLst>
            </a:pPr>
            <a:r>
              <a:rPr dirty="0" u="heavy" sz="1800">
                <a:solidFill>
                  <a:srgbClr val="F4F7FB"/>
                </a:solidFill>
                <a:uFill>
                  <a:solidFill>
                    <a:srgbClr val="26A6FF"/>
                  </a:solidFill>
                </a:u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65993" y="4252595"/>
            <a:ext cx="1078230" cy="654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16535">
              <a:lnSpc>
                <a:spcPct val="114599"/>
              </a:lnSpc>
              <a:spcBef>
                <a:spcPts val="100"/>
              </a:spcBef>
            </a:pPr>
            <a:r>
              <a:rPr dirty="0" sz="1800" spc="-20" b="1">
                <a:solidFill>
                  <a:srgbClr val="F4F7FB"/>
                </a:solidFill>
                <a:latin typeface="Arial"/>
                <a:cs typeface="Arial"/>
              </a:rPr>
              <a:t>DATA </a:t>
            </a:r>
            <a:r>
              <a:rPr dirty="0" sz="1800" spc="-100" b="1">
                <a:solidFill>
                  <a:srgbClr val="F4F7FB"/>
                </a:solidFill>
                <a:latin typeface="Arial"/>
                <a:cs typeface="Arial"/>
              </a:rPr>
              <a:t>SOURCES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28950" y="3905249"/>
            <a:ext cx="2092960" cy="1428750"/>
          </a:xfrm>
          <a:custGeom>
            <a:avLst/>
            <a:gdLst/>
            <a:ahLst/>
            <a:cxnLst/>
            <a:rect l="l" t="t" r="r" b="b"/>
            <a:pathLst>
              <a:path w="2092960" h="1428750">
                <a:moveTo>
                  <a:pt x="1943100" y="1428749"/>
                </a:moveTo>
                <a:lnTo>
                  <a:pt x="152400" y="1428749"/>
                </a:lnTo>
                <a:lnTo>
                  <a:pt x="104229" y="1420980"/>
                </a:lnTo>
                <a:lnTo>
                  <a:pt x="62394" y="1399345"/>
                </a:lnTo>
                <a:lnTo>
                  <a:pt x="29404" y="1366355"/>
                </a:lnTo>
                <a:lnTo>
                  <a:pt x="7769" y="1324520"/>
                </a:lnTo>
                <a:lnTo>
                  <a:pt x="0" y="1276350"/>
                </a:lnTo>
                <a:lnTo>
                  <a:pt x="0" y="152400"/>
                </a:lnTo>
                <a:lnTo>
                  <a:pt x="7769" y="104229"/>
                </a:lnTo>
                <a:lnTo>
                  <a:pt x="29404" y="62394"/>
                </a:lnTo>
                <a:lnTo>
                  <a:pt x="62394" y="29404"/>
                </a:lnTo>
                <a:lnTo>
                  <a:pt x="104229" y="7769"/>
                </a:lnTo>
                <a:lnTo>
                  <a:pt x="152400" y="0"/>
                </a:lnTo>
                <a:lnTo>
                  <a:pt x="1943100" y="0"/>
                </a:lnTo>
                <a:lnTo>
                  <a:pt x="1991270" y="7769"/>
                </a:lnTo>
                <a:lnTo>
                  <a:pt x="2033105" y="29404"/>
                </a:lnTo>
                <a:lnTo>
                  <a:pt x="2066095" y="62394"/>
                </a:lnTo>
                <a:lnTo>
                  <a:pt x="2087730" y="104229"/>
                </a:lnTo>
                <a:lnTo>
                  <a:pt x="2092895" y="136251"/>
                </a:lnTo>
                <a:lnTo>
                  <a:pt x="2092895" y="1292498"/>
                </a:lnTo>
                <a:lnTo>
                  <a:pt x="2066095" y="1366355"/>
                </a:lnTo>
                <a:lnTo>
                  <a:pt x="2033105" y="1399345"/>
                </a:lnTo>
                <a:lnTo>
                  <a:pt x="1991270" y="1420980"/>
                </a:lnTo>
                <a:lnTo>
                  <a:pt x="1943100" y="1428749"/>
                </a:lnTo>
                <a:close/>
              </a:path>
            </a:pathLst>
          </a:custGeom>
          <a:solidFill>
            <a:srgbClr val="0F25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126037" y="4292600"/>
            <a:ext cx="5283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4984" algn="l"/>
              </a:tabLst>
            </a:pPr>
            <a:r>
              <a:rPr dirty="0" u="heavy" sz="1800">
                <a:solidFill>
                  <a:srgbClr val="F4F7FB"/>
                </a:solidFill>
                <a:uFill>
                  <a:solidFill>
                    <a:srgbClr val="26A6FF"/>
                  </a:solidFill>
                </a:u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42481" y="4252595"/>
            <a:ext cx="1468755" cy="654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19100">
              <a:lnSpc>
                <a:spcPct val="114599"/>
              </a:lnSpc>
              <a:spcBef>
                <a:spcPts val="100"/>
              </a:spcBef>
            </a:pPr>
            <a:r>
              <a:rPr dirty="0" sz="1800" spc="-20" b="1">
                <a:solidFill>
                  <a:srgbClr val="F4F7FB"/>
                </a:solidFill>
                <a:latin typeface="Arial"/>
                <a:cs typeface="Arial"/>
              </a:rPr>
              <a:t>EDGE </a:t>
            </a:r>
            <a:r>
              <a:rPr dirty="0" sz="1800" spc="-45" b="1">
                <a:solidFill>
                  <a:srgbClr val="F4F7FB"/>
                </a:solidFill>
                <a:latin typeface="Arial"/>
                <a:cs typeface="Arial"/>
              </a:rPr>
              <a:t>COLLECTION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600700" y="3905249"/>
            <a:ext cx="2092960" cy="1428750"/>
          </a:xfrm>
          <a:custGeom>
            <a:avLst/>
            <a:gdLst/>
            <a:ahLst/>
            <a:cxnLst/>
            <a:rect l="l" t="t" r="r" b="b"/>
            <a:pathLst>
              <a:path w="2092959" h="1428750">
                <a:moveTo>
                  <a:pt x="1943100" y="1428749"/>
                </a:moveTo>
                <a:lnTo>
                  <a:pt x="152400" y="1428749"/>
                </a:lnTo>
                <a:lnTo>
                  <a:pt x="104229" y="1420980"/>
                </a:lnTo>
                <a:lnTo>
                  <a:pt x="62394" y="1399345"/>
                </a:lnTo>
                <a:lnTo>
                  <a:pt x="29404" y="1366355"/>
                </a:lnTo>
                <a:lnTo>
                  <a:pt x="7769" y="1324520"/>
                </a:lnTo>
                <a:lnTo>
                  <a:pt x="0" y="1276350"/>
                </a:lnTo>
                <a:lnTo>
                  <a:pt x="0" y="152400"/>
                </a:lnTo>
                <a:lnTo>
                  <a:pt x="7769" y="104229"/>
                </a:lnTo>
                <a:lnTo>
                  <a:pt x="29404" y="62394"/>
                </a:lnTo>
                <a:lnTo>
                  <a:pt x="62394" y="29404"/>
                </a:lnTo>
                <a:lnTo>
                  <a:pt x="104229" y="7769"/>
                </a:lnTo>
                <a:lnTo>
                  <a:pt x="152400" y="0"/>
                </a:lnTo>
                <a:lnTo>
                  <a:pt x="1943100" y="0"/>
                </a:lnTo>
                <a:lnTo>
                  <a:pt x="1991270" y="7769"/>
                </a:lnTo>
                <a:lnTo>
                  <a:pt x="2033105" y="29404"/>
                </a:lnTo>
                <a:lnTo>
                  <a:pt x="2066095" y="62394"/>
                </a:lnTo>
                <a:lnTo>
                  <a:pt x="2087730" y="104229"/>
                </a:lnTo>
                <a:lnTo>
                  <a:pt x="2092895" y="136251"/>
                </a:lnTo>
                <a:lnTo>
                  <a:pt x="2092895" y="1292499"/>
                </a:lnTo>
                <a:lnTo>
                  <a:pt x="2066095" y="1366355"/>
                </a:lnTo>
                <a:lnTo>
                  <a:pt x="2033105" y="1399345"/>
                </a:lnTo>
                <a:lnTo>
                  <a:pt x="1991270" y="1420980"/>
                </a:lnTo>
                <a:lnTo>
                  <a:pt x="1943100" y="1428749"/>
                </a:lnTo>
                <a:close/>
              </a:path>
            </a:pathLst>
          </a:custGeom>
          <a:solidFill>
            <a:srgbClr val="0F25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697787" y="4292600"/>
            <a:ext cx="5283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4984" algn="l"/>
              </a:tabLst>
            </a:pPr>
            <a:r>
              <a:rPr dirty="0" u="heavy" sz="1800">
                <a:solidFill>
                  <a:srgbClr val="F4F7FB"/>
                </a:solidFill>
                <a:uFill>
                  <a:solidFill>
                    <a:srgbClr val="26A6FF"/>
                  </a:solidFill>
                </a:u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03689" y="4252595"/>
            <a:ext cx="1089660" cy="654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35255">
              <a:lnSpc>
                <a:spcPct val="114599"/>
              </a:lnSpc>
              <a:spcBef>
                <a:spcPts val="100"/>
              </a:spcBef>
            </a:pPr>
            <a:r>
              <a:rPr dirty="0" sz="1800" spc="-10" b="1">
                <a:solidFill>
                  <a:srgbClr val="F4F7FB"/>
                </a:solidFill>
                <a:latin typeface="Arial"/>
                <a:cs typeface="Arial"/>
              </a:rPr>
              <a:t>CLOUD </a:t>
            </a:r>
            <a:r>
              <a:rPr dirty="0" sz="1800" spc="-90" b="1">
                <a:solidFill>
                  <a:srgbClr val="F4F7FB"/>
                </a:solidFill>
                <a:latin typeface="Arial"/>
                <a:cs typeface="Arial"/>
              </a:rPr>
              <a:t>STORAGE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172450" y="3905249"/>
            <a:ext cx="2092960" cy="1428750"/>
          </a:xfrm>
          <a:custGeom>
            <a:avLst/>
            <a:gdLst/>
            <a:ahLst/>
            <a:cxnLst/>
            <a:rect l="l" t="t" r="r" b="b"/>
            <a:pathLst>
              <a:path w="2092959" h="1428750">
                <a:moveTo>
                  <a:pt x="1943100" y="1428749"/>
                </a:moveTo>
                <a:lnTo>
                  <a:pt x="152400" y="1428749"/>
                </a:lnTo>
                <a:lnTo>
                  <a:pt x="104229" y="1420980"/>
                </a:lnTo>
                <a:lnTo>
                  <a:pt x="62394" y="1399345"/>
                </a:lnTo>
                <a:lnTo>
                  <a:pt x="29404" y="1366355"/>
                </a:lnTo>
                <a:lnTo>
                  <a:pt x="7769" y="1324520"/>
                </a:lnTo>
                <a:lnTo>
                  <a:pt x="0" y="1276350"/>
                </a:lnTo>
                <a:lnTo>
                  <a:pt x="0" y="152400"/>
                </a:lnTo>
                <a:lnTo>
                  <a:pt x="7769" y="104229"/>
                </a:lnTo>
                <a:lnTo>
                  <a:pt x="29404" y="62394"/>
                </a:lnTo>
                <a:lnTo>
                  <a:pt x="62394" y="29404"/>
                </a:lnTo>
                <a:lnTo>
                  <a:pt x="104229" y="7769"/>
                </a:lnTo>
                <a:lnTo>
                  <a:pt x="152400" y="0"/>
                </a:lnTo>
                <a:lnTo>
                  <a:pt x="1943100" y="0"/>
                </a:lnTo>
                <a:lnTo>
                  <a:pt x="1991270" y="7769"/>
                </a:lnTo>
                <a:lnTo>
                  <a:pt x="2033105" y="29404"/>
                </a:lnTo>
                <a:lnTo>
                  <a:pt x="2066095" y="62394"/>
                </a:lnTo>
                <a:lnTo>
                  <a:pt x="2087730" y="104229"/>
                </a:lnTo>
                <a:lnTo>
                  <a:pt x="2092895" y="136250"/>
                </a:lnTo>
                <a:lnTo>
                  <a:pt x="2092895" y="1292499"/>
                </a:lnTo>
                <a:lnTo>
                  <a:pt x="2066095" y="1366355"/>
                </a:lnTo>
                <a:lnTo>
                  <a:pt x="2033105" y="1399345"/>
                </a:lnTo>
                <a:lnTo>
                  <a:pt x="1991270" y="1420980"/>
                </a:lnTo>
                <a:lnTo>
                  <a:pt x="1943100" y="1428749"/>
                </a:lnTo>
                <a:close/>
              </a:path>
            </a:pathLst>
          </a:custGeom>
          <a:solidFill>
            <a:srgbClr val="26A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0269536" y="4292600"/>
            <a:ext cx="5283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4984" algn="l"/>
              </a:tabLst>
            </a:pPr>
            <a:r>
              <a:rPr dirty="0" u="heavy" sz="1800">
                <a:solidFill>
                  <a:srgbClr val="F4F7FB"/>
                </a:solidFill>
                <a:uFill>
                  <a:solidFill>
                    <a:srgbClr val="26A6FF"/>
                  </a:solidFill>
                </a:u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791971" y="4252595"/>
            <a:ext cx="856615" cy="654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8100">
              <a:lnSpc>
                <a:spcPct val="114599"/>
              </a:lnSpc>
              <a:spcBef>
                <a:spcPts val="100"/>
              </a:spcBef>
            </a:pPr>
            <a:r>
              <a:rPr dirty="0" sz="1800" spc="-20" b="1">
                <a:solidFill>
                  <a:srgbClr val="F4F7FB"/>
                </a:solidFill>
                <a:latin typeface="Arial"/>
                <a:cs typeface="Arial"/>
              </a:rPr>
              <a:t>AI</a:t>
            </a:r>
            <a:r>
              <a:rPr dirty="0" sz="1800" spc="-90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800" spc="254" b="1">
                <a:solidFill>
                  <a:srgbClr val="F4F7FB"/>
                </a:solidFill>
                <a:latin typeface="Arial"/>
                <a:cs typeface="Arial"/>
              </a:rPr>
              <a:t>/</a:t>
            </a:r>
            <a:r>
              <a:rPr dirty="0" sz="1800" spc="-85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F4F7FB"/>
                </a:solidFill>
                <a:latin typeface="Arial"/>
                <a:cs typeface="Arial"/>
              </a:rPr>
              <a:t>ML </a:t>
            </a:r>
            <a:r>
              <a:rPr dirty="0" sz="1800" spc="-75" b="1">
                <a:solidFill>
                  <a:srgbClr val="F4F7FB"/>
                </a:solidFill>
                <a:latin typeface="Arial"/>
                <a:cs typeface="Arial"/>
              </a:rPr>
              <a:t>ENGINE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744200" y="3905249"/>
            <a:ext cx="2092960" cy="1428750"/>
          </a:xfrm>
          <a:custGeom>
            <a:avLst/>
            <a:gdLst/>
            <a:ahLst/>
            <a:cxnLst/>
            <a:rect l="l" t="t" r="r" b="b"/>
            <a:pathLst>
              <a:path w="2092959" h="1428750">
                <a:moveTo>
                  <a:pt x="1943100" y="1428749"/>
                </a:moveTo>
                <a:lnTo>
                  <a:pt x="152400" y="1428749"/>
                </a:lnTo>
                <a:lnTo>
                  <a:pt x="104229" y="1420980"/>
                </a:lnTo>
                <a:lnTo>
                  <a:pt x="62394" y="1399345"/>
                </a:lnTo>
                <a:lnTo>
                  <a:pt x="29404" y="1366355"/>
                </a:lnTo>
                <a:lnTo>
                  <a:pt x="7769" y="1324520"/>
                </a:lnTo>
                <a:lnTo>
                  <a:pt x="0" y="1276350"/>
                </a:lnTo>
                <a:lnTo>
                  <a:pt x="0" y="152400"/>
                </a:lnTo>
                <a:lnTo>
                  <a:pt x="7769" y="104229"/>
                </a:lnTo>
                <a:lnTo>
                  <a:pt x="29404" y="62394"/>
                </a:lnTo>
                <a:lnTo>
                  <a:pt x="62394" y="29404"/>
                </a:lnTo>
                <a:lnTo>
                  <a:pt x="104229" y="7769"/>
                </a:lnTo>
                <a:lnTo>
                  <a:pt x="152400" y="0"/>
                </a:lnTo>
                <a:lnTo>
                  <a:pt x="1943100" y="0"/>
                </a:lnTo>
                <a:lnTo>
                  <a:pt x="1991270" y="7769"/>
                </a:lnTo>
                <a:lnTo>
                  <a:pt x="2033105" y="29404"/>
                </a:lnTo>
                <a:lnTo>
                  <a:pt x="2066095" y="62394"/>
                </a:lnTo>
                <a:lnTo>
                  <a:pt x="2087730" y="104229"/>
                </a:lnTo>
                <a:lnTo>
                  <a:pt x="2092895" y="136250"/>
                </a:lnTo>
                <a:lnTo>
                  <a:pt x="2092895" y="1292499"/>
                </a:lnTo>
                <a:lnTo>
                  <a:pt x="2066095" y="1366355"/>
                </a:lnTo>
                <a:lnTo>
                  <a:pt x="2033105" y="1399345"/>
                </a:lnTo>
                <a:lnTo>
                  <a:pt x="1991270" y="1420980"/>
                </a:lnTo>
                <a:lnTo>
                  <a:pt x="1943100" y="1428749"/>
                </a:lnTo>
                <a:close/>
              </a:path>
            </a:pathLst>
          </a:custGeom>
          <a:solidFill>
            <a:srgbClr val="0F25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1151938" y="4454525"/>
            <a:ext cx="12801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F4F7FB"/>
                </a:solidFill>
                <a:latin typeface="Arial"/>
                <a:cs typeface="Arial"/>
              </a:rPr>
              <a:t>ANALYTICS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2853986" y="3905249"/>
            <a:ext cx="2555240" cy="1428750"/>
            <a:chOff x="12853986" y="3905249"/>
            <a:chExt cx="2555240" cy="1428750"/>
          </a:xfrm>
        </p:grpSpPr>
        <p:sp>
          <p:nvSpPr>
            <p:cNvPr id="20" name="object 20"/>
            <p:cNvSpPr/>
            <p:nvPr/>
          </p:nvSpPr>
          <p:spPr>
            <a:xfrm>
              <a:off x="12853986" y="4619624"/>
              <a:ext cx="447675" cy="0"/>
            </a:xfrm>
            <a:custGeom>
              <a:avLst/>
              <a:gdLst/>
              <a:ahLst/>
              <a:cxnLst/>
              <a:rect l="l" t="t" r="r" b="b"/>
              <a:pathLst>
                <a:path w="447675" h="0">
                  <a:moveTo>
                    <a:pt x="0" y="0"/>
                  </a:moveTo>
                  <a:lnTo>
                    <a:pt x="447674" y="0"/>
                  </a:lnTo>
                </a:path>
              </a:pathLst>
            </a:custGeom>
            <a:ln w="28574">
              <a:solidFill>
                <a:srgbClr val="26A6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3315949" y="3905249"/>
              <a:ext cx="2092960" cy="1428750"/>
            </a:xfrm>
            <a:custGeom>
              <a:avLst/>
              <a:gdLst/>
              <a:ahLst/>
              <a:cxnLst/>
              <a:rect l="l" t="t" r="r" b="b"/>
              <a:pathLst>
                <a:path w="2092959" h="1428750">
                  <a:moveTo>
                    <a:pt x="1943100" y="1428749"/>
                  </a:moveTo>
                  <a:lnTo>
                    <a:pt x="152400" y="1428749"/>
                  </a:lnTo>
                  <a:lnTo>
                    <a:pt x="104229" y="1420980"/>
                  </a:lnTo>
                  <a:lnTo>
                    <a:pt x="62394" y="1399345"/>
                  </a:lnTo>
                  <a:lnTo>
                    <a:pt x="29404" y="1366355"/>
                  </a:lnTo>
                  <a:lnTo>
                    <a:pt x="7769" y="1324520"/>
                  </a:lnTo>
                  <a:lnTo>
                    <a:pt x="0" y="1276350"/>
                  </a:lnTo>
                  <a:lnTo>
                    <a:pt x="0" y="152400"/>
                  </a:ln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400" y="0"/>
                  </a:lnTo>
                  <a:lnTo>
                    <a:pt x="1943100" y="0"/>
                  </a:lnTo>
                  <a:lnTo>
                    <a:pt x="1991270" y="7769"/>
                  </a:lnTo>
                  <a:lnTo>
                    <a:pt x="2033105" y="29404"/>
                  </a:lnTo>
                  <a:lnTo>
                    <a:pt x="2066095" y="62394"/>
                  </a:lnTo>
                  <a:lnTo>
                    <a:pt x="2087730" y="104229"/>
                  </a:lnTo>
                  <a:lnTo>
                    <a:pt x="2092895" y="136250"/>
                  </a:lnTo>
                  <a:lnTo>
                    <a:pt x="2092895" y="1292500"/>
                  </a:lnTo>
                  <a:lnTo>
                    <a:pt x="2066095" y="1366355"/>
                  </a:lnTo>
                  <a:lnTo>
                    <a:pt x="2033105" y="1399345"/>
                  </a:lnTo>
                  <a:lnTo>
                    <a:pt x="1991270" y="1420980"/>
                  </a:lnTo>
                  <a:lnTo>
                    <a:pt x="1943100" y="1428749"/>
                  </a:lnTo>
                  <a:close/>
                </a:path>
              </a:pathLst>
            </a:custGeom>
            <a:solidFill>
              <a:srgbClr val="0F253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13645405" y="4252595"/>
            <a:ext cx="1436370" cy="654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45745">
              <a:lnSpc>
                <a:spcPct val="114599"/>
              </a:lnSpc>
              <a:spcBef>
                <a:spcPts val="100"/>
              </a:spcBef>
            </a:pPr>
            <a:r>
              <a:rPr dirty="0" sz="1800" spc="-10" b="1">
                <a:solidFill>
                  <a:srgbClr val="F4F7FB"/>
                </a:solidFill>
                <a:latin typeface="Arial"/>
                <a:cs typeface="Arial"/>
              </a:rPr>
              <a:t>TRAFFIC </a:t>
            </a:r>
            <a:r>
              <a:rPr dirty="0" sz="1800" spc="-70" b="1">
                <a:solidFill>
                  <a:srgbClr val="F4F7FB"/>
                </a:solidFill>
                <a:latin typeface="Arial"/>
                <a:cs typeface="Arial"/>
              </a:rPr>
              <a:t>DASHBOARD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5887700" y="3905249"/>
            <a:ext cx="2092960" cy="1428750"/>
          </a:xfrm>
          <a:custGeom>
            <a:avLst/>
            <a:gdLst/>
            <a:ahLst/>
            <a:cxnLst/>
            <a:rect l="l" t="t" r="r" b="b"/>
            <a:pathLst>
              <a:path w="2092959" h="1428750">
                <a:moveTo>
                  <a:pt x="1943100" y="1428749"/>
                </a:moveTo>
                <a:lnTo>
                  <a:pt x="152400" y="1428749"/>
                </a:lnTo>
                <a:lnTo>
                  <a:pt x="104230" y="1420980"/>
                </a:lnTo>
                <a:lnTo>
                  <a:pt x="62394" y="1399345"/>
                </a:lnTo>
                <a:lnTo>
                  <a:pt x="29404" y="1366355"/>
                </a:lnTo>
                <a:lnTo>
                  <a:pt x="7769" y="1324520"/>
                </a:lnTo>
                <a:lnTo>
                  <a:pt x="0" y="1276350"/>
                </a:lnTo>
                <a:lnTo>
                  <a:pt x="0" y="152400"/>
                </a:lnTo>
                <a:lnTo>
                  <a:pt x="7769" y="104229"/>
                </a:lnTo>
                <a:lnTo>
                  <a:pt x="29404" y="62394"/>
                </a:lnTo>
                <a:lnTo>
                  <a:pt x="62394" y="29404"/>
                </a:lnTo>
                <a:lnTo>
                  <a:pt x="104230" y="7769"/>
                </a:lnTo>
                <a:lnTo>
                  <a:pt x="152400" y="0"/>
                </a:lnTo>
                <a:lnTo>
                  <a:pt x="1943100" y="0"/>
                </a:lnTo>
                <a:lnTo>
                  <a:pt x="1991270" y="7769"/>
                </a:lnTo>
                <a:lnTo>
                  <a:pt x="2033105" y="29404"/>
                </a:lnTo>
                <a:lnTo>
                  <a:pt x="2066095" y="62394"/>
                </a:lnTo>
                <a:lnTo>
                  <a:pt x="2087730" y="104229"/>
                </a:lnTo>
                <a:lnTo>
                  <a:pt x="2092895" y="136249"/>
                </a:lnTo>
                <a:lnTo>
                  <a:pt x="2092895" y="1292500"/>
                </a:lnTo>
                <a:lnTo>
                  <a:pt x="2066095" y="1366355"/>
                </a:lnTo>
                <a:lnTo>
                  <a:pt x="2033105" y="1399345"/>
                </a:lnTo>
                <a:lnTo>
                  <a:pt x="1991270" y="1420980"/>
                </a:lnTo>
                <a:lnTo>
                  <a:pt x="1943100" y="1428749"/>
                </a:lnTo>
                <a:close/>
              </a:path>
            </a:pathLst>
          </a:custGeom>
          <a:solidFill>
            <a:srgbClr val="0F25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5413037" y="4252595"/>
            <a:ext cx="2265045" cy="654050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  <a:tabLst>
                <a:tab pos="514984" algn="l"/>
                <a:tab pos="791845" algn="l"/>
              </a:tabLst>
            </a:pPr>
            <a:r>
              <a:rPr dirty="0" u="heavy" sz="1800">
                <a:solidFill>
                  <a:srgbClr val="F4F7FB"/>
                </a:solidFill>
                <a:uFill>
                  <a:solidFill>
                    <a:srgbClr val="26A6FF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1800">
                <a:solidFill>
                  <a:srgbClr val="F4F7FB"/>
                </a:solidFill>
                <a:latin typeface="Times New Roman"/>
                <a:cs typeface="Times New Roman"/>
              </a:rPr>
              <a:t>	</a:t>
            </a:r>
            <a:r>
              <a:rPr dirty="0" sz="1800" spc="-65" b="1">
                <a:solidFill>
                  <a:srgbClr val="F4F7FB"/>
                </a:solidFill>
                <a:latin typeface="Arial"/>
                <a:cs typeface="Arial"/>
              </a:rPr>
              <a:t>AUTHORITIES</a:t>
            </a:r>
            <a:endParaRPr sz="1800">
              <a:latin typeface="Arial"/>
              <a:cs typeface="Arial"/>
            </a:endParaRPr>
          </a:p>
          <a:p>
            <a:pPr marL="932815">
              <a:lnSpc>
                <a:spcPct val="100000"/>
              </a:lnSpc>
              <a:spcBef>
                <a:spcPts val="315"/>
              </a:spcBef>
            </a:pPr>
            <a:r>
              <a:rPr dirty="0" sz="1800" b="1">
                <a:solidFill>
                  <a:srgbClr val="F4F7FB"/>
                </a:solidFill>
                <a:latin typeface="Arial"/>
                <a:cs typeface="Arial"/>
              </a:rPr>
              <a:t>+</a:t>
            </a:r>
            <a:r>
              <a:rPr dirty="0" sz="1800" spc="-55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4F7FB"/>
                </a:solidFill>
                <a:latin typeface="Arial"/>
                <a:cs typeface="Arial"/>
              </a:rPr>
              <a:t>CITIZENS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613401" y="6631940"/>
            <a:ext cx="31730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40" b="1">
                <a:solidFill>
                  <a:srgbClr val="26A6FF"/>
                </a:solidFill>
                <a:latin typeface="Arial"/>
                <a:cs typeface="Arial"/>
              </a:rPr>
              <a:t>S</a:t>
            </a:r>
            <a:r>
              <a:rPr dirty="0" sz="1800" spc="-25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800" spc="-175" b="1">
                <a:solidFill>
                  <a:srgbClr val="26A6FF"/>
                </a:solidFill>
                <a:latin typeface="Arial"/>
                <a:cs typeface="Arial"/>
              </a:rPr>
              <a:t>E</a:t>
            </a:r>
            <a:r>
              <a:rPr dirty="0" sz="1800" spc="-25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6A6FF"/>
                </a:solidFill>
                <a:latin typeface="Arial"/>
                <a:cs typeface="Arial"/>
              </a:rPr>
              <a:t>C</a:t>
            </a:r>
            <a:r>
              <a:rPr dirty="0" sz="1800" spc="-25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800" spc="-85" b="1">
                <a:solidFill>
                  <a:srgbClr val="26A6FF"/>
                </a:solidFill>
                <a:latin typeface="Arial"/>
                <a:cs typeface="Arial"/>
              </a:rPr>
              <a:t>U</a:t>
            </a:r>
            <a:r>
              <a:rPr dirty="0" sz="1800" spc="-25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800" spc="-190" b="1">
                <a:solidFill>
                  <a:srgbClr val="26A6FF"/>
                </a:solidFill>
                <a:latin typeface="Arial"/>
                <a:cs typeface="Arial"/>
              </a:rPr>
              <a:t>R</a:t>
            </a:r>
            <a:r>
              <a:rPr dirty="0" sz="1800" spc="-25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6A6FF"/>
                </a:solidFill>
                <a:latin typeface="Arial"/>
                <a:cs typeface="Arial"/>
              </a:rPr>
              <a:t>E</a:t>
            </a:r>
            <a:r>
              <a:rPr dirty="0" sz="1800" spc="37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6A6FF"/>
                </a:solidFill>
                <a:latin typeface="Arial"/>
                <a:cs typeface="Arial"/>
              </a:rPr>
              <a:t>C</a:t>
            </a:r>
            <a:r>
              <a:rPr dirty="0" sz="1800" spc="-25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800" spc="-110" b="1">
                <a:solidFill>
                  <a:srgbClr val="26A6FF"/>
                </a:solidFill>
                <a:latin typeface="Arial"/>
                <a:cs typeface="Arial"/>
              </a:rPr>
              <a:t>L</a:t>
            </a:r>
            <a:r>
              <a:rPr dirty="0" sz="1800" spc="-25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6A6FF"/>
                </a:solidFill>
                <a:latin typeface="Arial"/>
                <a:cs typeface="Arial"/>
              </a:rPr>
              <a:t>O</a:t>
            </a:r>
            <a:r>
              <a:rPr dirty="0" sz="1800" spc="-25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800" spc="-85" b="1">
                <a:solidFill>
                  <a:srgbClr val="26A6FF"/>
                </a:solidFill>
                <a:latin typeface="Arial"/>
                <a:cs typeface="Arial"/>
              </a:rPr>
              <a:t>U</a:t>
            </a:r>
            <a:r>
              <a:rPr dirty="0" sz="1800" spc="-25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6A6FF"/>
                </a:solidFill>
                <a:latin typeface="Arial"/>
                <a:cs typeface="Arial"/>
              </a:rPr>
              <a:t>D</a:t>
            </a:r>
            <a:r>
              <a:rPr dirty="0" sz="1800" spc="41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800" spc="-110" b="1">
                <a:solidFill>
                  <a:srgbClr val="26A6FF"/>
                </a:solidFill>
                <a:latin typeface="Arial"/>
                <a:cs typeface="Arial"/>
              </a:rPr>
              <a:t>F</a:t>
            </a:r>
            <a:r>
              <a:rPr dirty="0" sz="1800" spc="-25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800" spc="-45" b="1">
                <a:solidFill>
                  <a:srgbClr val="26A6FF"/>
                </a:solidFill>
                <a:latin typeface="Arial"/>
                <a:cs typeface="Arial"/>
              </a:rPr>
              <a:t>A</a:t>
            </a:r>
            <a:r>
              <a:rPr dirty="0" sz="1800" spc="-25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800" spc="-175" b="1">
                <a:solidFill>
                  <a:srgbClr val="26A6FF"/>
                </a:solidFill>
                <a:latin typeface="Arial"/>
                <a:cs typeface="Arial"/>
              </a:rPr>
              <a:t>B</a:t>
            </a:r>
            <a:r>
              <a:rPr dirty="0" sz="1800" spc="-25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800" spc="-190" b="1">
                <a:solidFill>
                  <a:srgbClr val="26A6FF"/>
                </a:solidFill>
                <a:latin typeface="Arial"/>
                <a:cs typeface="Arial"/>
              </a:rPr>
              <a:t>R</a:t>
            </a:r>
            <a:r>
              <a:rPr dirty="0" sz="1800" spc="-25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26A6FF"/>
                </a:solidFill>
                <a:latin typeface="Arial"/>
                <a:cs typeface="Arial"/>
              </a:rPr>
              <a:t>I</a:t>
            </a:r>
            <a:r>
              <a:rPr dirty="0" sz="1800" spc="-25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800" spc="-50" b="1">
                <a:solidFill>
                  <a:srgbClr val="26A6FF"/>
                </a:solidFill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965754" y="6631940"/>
            <a:ext cx="165353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4165" indent="-291465">
              <a:lnSpc>
                <a:spcPct val="100000"/>
              </a:lnSpc>
              <a:spcBef>
                <a:spcPts val="100"/>
              </a:spcBef>
              <a:buChar char="•"/>
              <a:tabLst>
                <a:tab pos="304165" algn="l"/>
              </a:tabLst>
            </a:pPr>
            <a:r>
              <a:rPr dirty="0" sz="1800" spc="-45" b="1">
                <a:solidFill>
                  <a:srgbClr val="26A6FF"/>
                </a:solidFill>
                <a:latin typeface="Arial"/>
                <a:cs typeface="Arial"/>
              </a:rPr>
              <a:t>A</a:t>
            </a:r>
            <a:r>
              <a:rPr dirty="0" sz="1800" spc="-25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800" spc="-114" b="1">
                <a:solidFill>
                  <a:srgbClr val="26A6FF"/>
                </a:solidFill>
                <a:latin typeface="Arial"/>
                <a:cs typeface="Arial"/>
              </a:rPr>
              <a:t>P</a:t>
            </a:r>
            <a:r>
              <a:rPr dirty="0" sz="1800" spc="-24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26A6FF"/>
                </a:solidFill>
                <a:latin typeface="Arial"/>
                <a:cs typeface="Arial"/>
              </a:rPr>
              <a:t>I</a:t>
            </a:r>
            <a:r>
              <a:rPr dirty="0" sz="1800" spc="-24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800" spc="345" b="1">
                <a:solidFill>
                  <a:srgbClr val="26A6FF"/>
                </a:solidFill>
                <a:latin typeface="Arial"/>
                <a:cs typeface="Arial"/>
              </a:rPr>
              <a:t>-</a:t>
            </a:r>
            <a:r>
              <a:rPr dirty="0" sz="1800" spc="-24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800" spc="-110" b="1">
                <a:solidFill>
                  <a:srgbClr val="26A6FF"/>
                </a:solidFill>
                <a:latin typeface="Arial"/>
                <a:cs typeface="Arial"/>
              </a:rPr>
              <a:t>F</a:t>
            </a:r>
            <a:r>
              <a:rPr dirty="0" sz="1800" spc="-24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26A6FF"/>
                </a:solidFill>
                <a:latin typeface="Arial"/>
                <a:cs typeface="Arial"/>
              </a:rPr>
              <a:t>I</a:t>
            </a:r>
            <a:r>
              <a:rPr dirty="0" sz="1800" spc="-25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800" spc="-190" b="1">
                <a:solidFill>
                  <a:srgbClr val="26A6FF"/>
                </a:solidFill>
                <a:latin typeface="Arial"/>
                <a:cs typeface="Arial"/>
              </a:rPr>
              <a:t>R</a:t>
            </a:r>
            <a:r>
              <a:rPr dirty="0" sz="1800" spc="-24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800" spc="-140" b="1">
                <a:solidFill>
                  <a:srgbClr val="26A6FF"/>
                </a:solidFill>
                <a:latin typeface="Arial"/>
                <a:cs typeface="Arial"/>
              </a:rPr>
              <a:t>S</a:t>
            </a:r>
            <a:r>
              <a:rPr dirty="0" sz="1800" spc="-24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800" spc="-50" b="1">
                <a:solidFill>
                  <a:srgbClr val="26A6FF"/>
                </a:solidFill>
                <a:latin typeface="Arial"/>
                <a:cs typeface="Arial"/>
              </a:rPr>
              <a:t>T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798722" y="6631940"/>
            <a:ext cx="38760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4165" indent="-291465">
              <a:lnSpc>
                <a:spcPct val="100000"/>
              </a:lnSpc>
              <a:spcBef>
                <a:spcPts val="100"/>
              </a:spcBef>
              <a:buChar char="•"/>
              <a:tabLst>
                <a:tab pos="304165" algn="l"/>
              </a:tabLst>
            </a:pPr>
            <a:r>
              <a:rPr dirty="0" sz="1800" spc="-45" b="1">
                <a:solidFill>
                  <a:srgbClr val="26A6FF"/>
                </a:solidFill>
                <a:latin typeface="Arial"/>
                <a:cs typeface="Arial"/>
              </a:rPr>
              <a:t>H</a:t>
            </a:r>
            <a:r>
              <a:rPr dirty="0" sz="1800" spc="-25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6A6FF"/>
                </a:solidFill>
                <a:latin typeface="Arial"/>
                <a:cs typeface="Arial"/>
              </a:rPr>
              <a:t>O</a:t>
            </a:r>
            <a:r>
              <a:rPr dirty="0" sz="1800" spc="-25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800" spc="-190" b="1">
                <a:solidFill>
                  <a:srgbClr val="26A6FF"/>
                </a:solidFill>
                <a:latin typeface="Arial"/>
                <a:cs typeface="Arial"/>
              </a:rPr>
              <a:t>R</a:t>
            </a:r>
            <a:r>
              <a:rPr dirty="0" sz="1800" spc="-24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26A6FF"/>
                </a:solidFill>
                <a:latin typeface="Arial"/>
                <a:cs typeface="Arial"/>
              </a:rPr>
              <a:t>I</a:t>
            </a:r>
            <a:r>
              <a:rPr dirty="0" sz="1800" spc="-25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800" spc="-95" b="1">
                <a:solidFill>
                  <a:srgbClr val="26A6FF"/>
                </a:solidFill>
                <a:latin typeface="Arial"/>
                <a:cs typeface="Arial"/>
              </a:rPr>
              <a:t>Z</a:t>
            </a:r>
            <a:r>
              <a:rPr dirty="0" sz="1800" spc="-25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6A6FF"/>
                </a:solidFill>
                <a:latin typeface="Arial"/>
                <a:cs typeface="Arial"/>
              </a:rPr>
              <a:t>O</a:t>
            </a:r>
            <a:r>
              <a:rPr dirty="0" sz="1800" spc="-25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26A6FF"/>
                </a:solidFill>
                <a:latin typeface="Arial"/>
                <a:cs typeface="Arial"/>
              </a:rPr>
              <a:t>N</a:t>
            </a:r>
            <a:r>
              <a:rPr dirty="0" sz="1800" spc="-24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800" spc="-50" b="1">
                <a:solidFill>
                  <a:srgbClr val="26A6FF"/>
                </a:solidFill>
                <a:latin typeface="Arial"/>
                <a:cs typeface="Arial"/>
              </a:rPr>
              <a:t>T</a:t>
            </a:r>
            <a:r>
              <a:rPr dirty="0" sz="1800" spc="-25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800" spc="-45" b="1">
                <a:solidFill>
                  <a:srgbClr val="26A6FF"/>
                </a:solidFill>
                <a:latin typeface="Arial"/>
                <a:cs typeface="Arial"/>
              </a:rPr>
              <a:t>A</a:t>
            </a:r>
            <a:r>
              <a:rPr dirty="0" sz="1800" spc="-25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800" spc="-110" b="1">
                <a:solidFill>
                  <a:srgbClr val="26A6FF"/>
                </a:solidFill>
                <a:latin typeface="Arial"/>
                <a:cs typeface="Arial"/>
              </a:rPr>
              <a:t>L</a:t>
            </a:r>
            <a:r>
              <a:rPr dirty="0" sz="1800" spc="-24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800" spc="-110" b="1">
                <a:solidFill>
                  <a:srgbClr val="26A6FF"/>
                </a:solidFill>
                <a:latin typeface="Arial"/>
                <a:cs typeface="Arial"/>
              </a:rPr>
              <a:t>L</a:t>
            </a:r>
            <a:r>
              <a:rPr dirty="0" sz="1800" spc="-25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6A6FF"/>
                </a:solidFill>
                <a:latin typeface="Arial"/>
                <a:cs typeface="Arial"/>
              </a:rPr>
              <a:t>Y</a:t>
            </a:r>
            <a:r>
              <a:rPr dirty="0" sz="1800" spc="434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800" spc="-140" b="1">
                <a:solidFill>
                  <a:srgbClr val="26A6FF"/>
                </a:solidFill>
                <a:latin typeface="Arial"/>
                <a:cs typeface="Arial"/>
              </a:rPr>
              <a:t>S</a:t>
            </a:r>
            <a:r>
              <a:rPr dirty="0" sz="1800" spc="-24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6A6FF"/>
                </a:solidFill>
                <a:latin typeface="Arial"/>
                <a:cs typeface="Arial"/>
              </a:rPr>
              <a:t>C</a:t>
            </a:r>
            <a:r>
              <a:rPr dirty="0" sz="1800" spc="-25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800" spc="-45" b="1">
                <a:solidFill>
                  <a:srgbClr val="26A6FF"/>
                </a:solidFill>
                <a:latin typeface="Arial"/>
                <a:cs typeface="Arial"/>
              </a:rPr>
              <a:t>A</a:t>
            </a:r>
            <a:r>
              <a:rPr dirty="0" sz="1800" spc="-25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800" spc="-110" b="1">
                <a:solidFill>
                  <a:srgbClr val="26A6FF"/>
                </a:solidFill>
                <a:latin typeface="Arial"/>
                <a:cs typeface="Arial"/>
              </a:rPr>
              <a:t>L</a:t>
            </a:r>
            <a:r>
              <a:rPr dirty="0" sz="1800" spc="-24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800" spc="-45" b="1">
                <a:solidFill>
                  <a:srgbClr val="26A6FF"/>
                </a:solidFill>
                <a:latin typeface="Arial"/>
                <a:cs typeface="Arial"/>
              </a:rPr>
              <a:t>A</a:t>
            </a:r>
            <a:r>
              <a:rPr dirty="0" sz="1800" spc="-25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800" spc="-175" b="1">
                <a:solidFill>
                  <a:srgbClr val="26A6FF"/>
                </a:solidFill>
                <a:latin typeface="Arial"/>
                <a:cs typeface="Arial"/>
              </a:rPr>
              <a:t>B</a:t>
            </a:r>
            <a:r>
              <a:rPr dirty="0" sz="1800" spc="-250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800" spc="-110" b="1">
                <a:solidFill>
                  <a:srgbClr val="26A6FF"/>
                </a:solidFill>
                <a:latin typeface="Arial"/>
                <a:cs typeface="Arial"/>
              </a:rPr>
              <a:t>L</a:t>
            </a:r>
            <a:r>
              <a:rPr dirty="0" sz="1800" spc="-245" b="1">
                <a:solidFill>
                  <a:srgbClr val="26A6FF"/>
                </a:solidFill>
                <a:latin typeface="Arial"/>
                <a:cs typeface="Arial"/>
              </a:rPr>
              <a:t> </a:t>
            </a:r>
            <a:r>
              <a:rPr dirty="0" sz="1800" spc="-50" b="1">
                <a:solidFill>
                  <a:srgbClr val="26A6FF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142283" y="7347743"/>
            <a:ext cx="10003790" cy="78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87090" marR="5080" indent="-3375025">
              <a:lnSpc>
                <a:spcPct val="111100"/>
              </a:lnSpc>
              <a:spcBef>
                <a:spcPts val="100"/>
              </a:spcBef>
            </a:pPr>
            <a:r>
              <a:rPr dirty="0" sz="2250" spc="75">
                <a:solidFill>
                  <a:srgbClr val="6D8198"/>
                </a:solidFill>
                <a:latin typeface="Trebuchet MS"/>
                <a:cs typeface="Trebuchet MS"/>
              </a:rPr>
              <a:t>Each</a:t>
            </a:r>
            <a:r>
              <a:rPr dirty="0" sz="2250" spc="-55">
                <a:solidFill>
                  <a:srgbClr val="6D8198"/>
                </a:solidFill>
                <a:latin typeface="Trebuchet MS"/>
                <a:cs typeface="Trebuchet MS"/>
              </a:rPr>
              <a:t> </a:t>
            </a:r>
            <a:r>
              <a:rPr dirty="0" sz="2250">
                <a:solidFill>
                  <a:srgbClr val="6D8198"/>
                </a:solidFill>
                <a:latin typeface="Trebuchet MS"/>
                <a:cs typeface="Trebuchet MS"/>
              </a:rPr>
              <a:t>layer</a:t>
            </a:r>
            <a:r>
              <a:rPr dirty="0" sz="2250" spc="-50">
                <a:solidFill>
                  <a:srgbClr val="6D8198"/>
                </a:solidFill>
                <a:latin typeface="Trebuchet MS"/>
                <a:cs typeface="Trebuchet MS"/>
              </a:rPr>
              <a:t> </a:t>
            </a:r>
            <a:r>
              <a:rPr dirty="0" sz="2250" spc="80">
                <a:solidFill>
                  <a:srgbClr val="6D8198"/>
                </a:solidFill>
                <a:latin typeface="Trebuchet MS"/>
                <a:cs typeface="Trebuchet MS"/>
              </a:rPr>
              <a:t>can</a:t>
            </a:r>
            <a:r>
              <a:rPr dirty="0" sz="2250" spc="-50">
                <a:solidFill>
                  <a:srgbClr val="6D8198"/>
                </a:solidFill>
                <a:latin typeface="Trebuchet MS"/>
                <a:cs typeface="Trebuchet MS"/>
              </a:rPr>
              <a:t> </a:t>
            </a:r>
            <a:r>
              <a:rPr dirty="0" sz="2250">
                <a:solidFill>
                  <a:srgbClr val="6D8198"/>
                </a:solidFill>
                <a:latin typeface="Trebuchet MS"/>
                <a:cs typeface="Trebuchet MS"/>
              </a:rPr>
              <a:t>evolve</a:t>
            </a:r>
            <a:r>
              <a:rPr dirty="0" sz="2250" spc="-50">
                <a:solidFill>
                  <a:srgbClr val="6D8198"/>
                </a:solidFill>
                <a:latin typeface="Trebuchet MS"/>
                <a:cs typeface="Trebuchet MS"/>
              </a:rPr>
              <a:t> </a:t>
            </a:r>
            <a:r>
              <a:rPr dirty="0" sz="2250" spc="50">
                <a:solidFill>
                  <a:srgbClr val="6D8198"/>
                </a:solidFill>
                <a:latin typeface="Trebuchet MS"/>
                <a:cs typeface="Trebuchet MS"/>
              </a:rPr>
              <a:t>independently</a:t>
            </a:r>
            <a:r>
              <a:rPr dirty="0" sz="2250" spc="-50">
                <a:solidFill>
                  <a:srgbClr val="6D8198"/>
                </a:solidFill>
                <a:latin typeface="Trebuchet MS"/>
                <a:cs typeface="Trebuchet MS"/>
              </a:rPr>
              <a:t> </a:t>
            </a:r>
            <a:r>
              <a:rPr dirty="0" sz="2250" spc="-20">
                <a:solidFill>
                  <a:srgbClr val="6D8198"/>
                </a:solidFill>
                <a:latin typeface="Trebuchet MS"/>
                <a:cs typeface="Trebuchet MS"/>
              </a:rPr>
              <a:t>while</a:t>
            </a:r>
            <a:r>
              <a:rPr dirty="0" sz="2250" spc="-50">
                <a:solidFill>
                  <a:srgbClr val="6D8198"/>
                </a:solidFill>
                <a:latin typeface="Trebuchet MS"/>
                <a:cs typeface="Trebuchet MS"/>
              </a:rPr>
              <a:t> </a:t>
            </a:r>
            <a:r>
              <a:rPr dirty="0" sz="2250">
                <a:solidFill>
                  <a:srgbClr val="6D8198"/>
                </a:solidFill>
                <a:latin typeface="Trebuchet MS"/>
                <a:cs typeface="Trebuchet MS"/>
              </a:rPr>
              <a:t>the</a:t>
            </a:r>
            <a:r>
              <a:rPr dirty="0" sz="2250" spc="-50">
                <a:solidFill>
                  <a:srgbClr val="6D8198"/>
                </a:solidFill>
                <a:latin typeface="Trebuchet MS"/>
                <a:cs typeface="Trebuchet MS"/>
              </a:rPr>
              <a:t> </a:t>
            </a:r>
            <a:r>
              <a:rPr dirty="0" sz="2250" spc="-95">
                <a:solidFill>
                  <a:srgbClr val="6D8198"/>
                </a:solidFill>
                <a:latin typeface="Trebuchet MS"/>
                <a:cs typeface="Trebuchet MS"/>
              </a:rPr>
              <a:t>full</a:t>
            </a:r>
            <a:r>
              <a:rPr dirty="0" sz="2250" spc="-50">
                <a:solidFill>
                  <a:srgbClr val="6D8198"/>
                </a:solidFill>
                <a:latin typeface="Trebuchet MS"/>
                <a:cs typeface="Trebuchet MS"/>
              </a:rPr>
              <a:t> </a:t>
            </a:r>
            <a:r>
              <a:rPr dirty="0" sz="2250">
                <a:solidFill>
                  <a:srgbClr val="6D8198"/>
                </a:solidFill>
                <a:latin typeface="Trebuchet MS"/>
                <a:cs typeface="Trebuchet MS"/>
              </a:rPr>
              <a:t>platform</a:t>
            </a:r>
            <a:r>
              <a:rPr dirty="0" sz="2250" spc="-55">
                <a:solidFill>
                  <a:srgbClr val="6D8198"/>
                </a:solidFill>
                <a:latin typeface="Trebuchet MS"/>
                <a:cs typeface="Trebuchet MS"/>
              </a:rPr>
              <a:t> </a:t>
            </a:r>
            <a:r>
              <a:rPr dirty="0" sz="2250" spc="65">
                <a:solidFill>
                  <a:srgbClr val="6D8198"/>
                </a:solidFill>
                <a:latin typeface="Trebuchet MS"/>
                <a:cs typeface="Trebuchet MS"/>
              </a:rPr>
              <a:t>operates</a:t>
            </a:r>
            <a:r>
              <a:rPr dirty="0" sz="2250" spc="-50">
                <a:solidFill>
                  <a:srgbClr val="6D8198"/>
                </a:solidFill>
                <a:latin typeface="Trebuchet MS"/>
                <a:cs typeface="Trebuchet MS"/>
              </a:rPr>
              <a:t> </a:t>
            </a:r>
            <a:r>
              <a:rPr dirty="0" sz="2250" spc="114">
                <a:solidFill>
                  <a:srgbClr val="6D8198"/>
                </a:solidFill>
                <a:latin typeface="Trebuchet MS"/>
                <a:cs typeface="Trebuchet MS"/>
              </a:rPr>
              <a:t>as</a:t>
            </a:r>
            <a:r>
              <a:rPr dirty="0" sz="2250" spc="-50">
                <a:solidFill>
                  <a:srgbClr val="6D8198"/>
                </a:solidFill>
                <a:latin typeface="Trebuchet MS"/>
                <a:cs typeface="Trebuchet MS"/>
              </a:rPr>
              <a:t> </a:t>
            </a:r>
            <a:r>
              <a:rPr dirty="0" sz="2250" spc="45">
                <a:solidFill>
                  <a:srgbClr val="6D8198"/>
                </a:solidFill>
                <a:latin typeface="Trebuchet MS"/>
                <a:cs typeface="Trebuchet MS"/>
              </a:rPr>
              <a:t>one </a:t>
            </a:r>
            <a:r>
              <a:rPr dirty="0" sz="2250" spc="55">
                <a:solidFill>
                  <a:srgbClr val="6D8198"/>
                </a:solidFill>
                <a:latin typeface="Trebuchet MS"/>
                <a:cs typeface="Trebuchet MS"/>
              </a:rPr>
              <a:t>trusted</a:t>
            </a:r>
            <a:r>
              <a:rPr dirty="0" sz="2250" spc="-5">
                <a:solidFill>
                  <a:srgbClr val="6D8198"/>
                </a:solidFill>
                <a:latin typeface="Trebuchet MS"/>
                <a:cs typeface="Trebuchet MS"/>
              </a:rPr>
              <a:t> </a:t>
            </a:r>
            <a:r>
              <a:rPr dirty="0" sz="2250">
                <a:solidFill>
                  <a:srgbClr val="6D8198"/>
                </a:solidFill>
                <a:latin typeface="Trebuchet MS"/>
                <a:cs typeface="Trebuchet MS"/>
              </a:rPr>
              <a:t>mobility </a:t>
            </a:r>
            <a:r>
              <a:rPr dirty="0" sz="2250" spc="35">
                <a:solidFill>
                  <a:srgbClr val="6D8198"/>
                </a:solidFill>
                <a:latin typeface="Trebuchet MS"/>
                <a:cs typeface="Trebuchet MS"/>
              </a:rPr>
              <a:t>system.</a:t>
            </a:r>
            <a:endParaRPr sz="22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71325">
              <a:alpha val="5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01700" y="1015047"/>
            <a:ext cx="2105025" cy="2654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35" b="1">
                <a:solidFill>
                  <a:srgbClr val="65D9FF"/>
                </a:solidFill>
                <a:latin typeface="Arial"/>
                <a:cs typeface="Arial"/>
              </a:rPr>
              <a:t>T</a:t>
            </a:r>
            <a:r>
              <a:rPr dirty="0" sz="1550" spc="-21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550" spc="-30" b="1">
                <a:solidFill>
                  <a:srgbClr val="65D9FF"/>
                </a:solidFill>
                <a:latin typeface="Arial"/>
                <a:cs typeface="Arial"/>
              </a:rPr>
              <a:t>H</a:t>
            </a:r>
            <a:r>
              <a:rPr dirty="0" sz="1550" spc="-21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65D9FF"/>
                </a:solidFill>
                <a:latin typeface="Arial"/>
                <a:cs typeface="Arial"/>
              </a:rPr>
              <a:t>E</a:t>
            </a:r>
            <a:r>
              <a:rPr dirty="0" sz="1550" spc="330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550" spc="-155" b="1">
                <a:solidFill>
                  <a:srgbClr val="65D9FF"/>
                </a:solidFill>
                <a:latin typeface="Arial"/>
                <a:cs typeface="Arial"/>
              </a:rPr>
              <a:t>R</a:t>
            </a:r>
            <a:r>
              <a:rPr dirty="0" sz="1550" spc="-21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65D9FF"/>
                </a:solidFill>
                <a:latin typeface="Arial"/>
                <a:cs typeface="Arial"/>
              </a:rPr>
              <a:t>O</a:t>
            </a:r>
            <a:r>
              <a:rPr dirty="0" sz="1550" spc="-21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550" spc="-30" b="1">
                <a:solidFill>
                  <a:srgbClr val="65D9FF"/>
                </a:solidFill>
                <a:latin typeface="Arial"/>
                <a:cs typeface="Arial"/>
              </a:rPr>
              <a:t>A</a:t>
            </a:r>
            <a:r>
              <a:rPr dirty="0" sz="1550" spc="-21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65D9FF"/>
                </a:solidFill>
                <a:latin typeface="Arial"/>
                <a:cs typeface="Arial"/>
              </a:rPr>
              <a:t>D</a:t>
            </a:r>
            <a:r>
              <a:rPr dirty="0" sz="1550" spc="36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550" spc="-30" b="1">
                <a:solidFill>
                  <a:srgbClr val="65D9FF"/>
                </a:solidFill>
                <a:latin typeface="Arial"/>
                <a:cs typeface="Arial"/>
              </a:rPr>
              <a:t>A</a:t>
            </a:r>
            <a:r>
              <a:rPr dirty="0" sz="1550" spc="-21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550" spc="-30" b="1">
                <a:solidFill>
                  <a:srgbClr val="65D9FF"/>
                </a:solidFill>
                <a:latin typeface="Arial"/>
                <a:cs typeface="Arial"/>
              </a:rPr>
              <a:t>H</a:t>
            </a:r>
            <a:r>
              <a:rPr dirty="0" sz="1550" spc="-21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550" spc="-140" b="1">
                <a:solidFill>
                  <a:srgbClr val="65D9FF"/>
                </a:solidFill>
                <a:latin typeface="Arial"/>
                <a:cs typeface="Arial"/>
              </a:rPr>
              <a:t>E</a:t>
            </a:r>
            <a:r>
              <a:rPr dirty="0" sz="1550" spc="-21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550" spc="-30" b="1">
                <a:solidFill>
                  <a:srgbClr val="65D9FF"/>
                </a:solidFill>
                <a:latin typeface="Arial"/>
                <a:cs typeface="Arial"/>
              </a:rPr>
              <a:t>A</a:t>
            </a:r>
            <a:r>
              <a:rPr dirty="0" sz="1550" spc="-215" b="1">
                <a:solidFill>
                  <a:srgbClr val="65D9FF"/>
                </a:solidFill>
                <a:latin typeface="Arial"/>
                <a:cs typeface="Arial"/>
              </a:rPr>
              <a:t> </a:t>
            </a:r>
            <a:r>
              <a:rPr dirty="0" sz="1550" spc="-50" b="1">
                <a:solidFill>
                  <a:srgbClr val="65D9FF"/>
                </a:solidFill>
                <a:latin typeface="Arial"/>
                <a:cs typeface="Arial"/>
              </a:rPr>
              <a:t>D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901699" y="1816922"/>
            <a:ext cx="9688830" cy="115189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7400" spc="-170">
                <a:solidFill>
                  <a:srgbClr val="F4F7FB"/>
                </a:solidFill>
              </a:rPr>
              <a:t>R</a:t>
            </a:r>
            <a:r>
              <a:rPr dirty="0" sz="7400" spc="-130">
                <a:solidFill>
                  <a:srgbClr val="F4F7FB"/>
                </a:solidFill>
              </a:rPr>
              <a:t>e</a:t>
            </a:r>
            <a:r>
              <a:rPr dirty="0" sz="7400" spc="160">
                <a:solidFill>
                  <a:srgbClr val="F4F7FB"/>
                </a:solidFill>
              </a:rPr>
              <a:t>a</a:t>
            </a:r>
            <a:r>
              <a:rPr dirty="0" sz="7400" spc="-135">
                <a:solidFill>
                  <a:srgbClr val="F4F7FB"/>
                </a:solidFill>
              </a:rPr>
              <a:t>c</a:t>
            </a:r>
            <a:r>
              <a:rPr dirty="0" sz="7400" spc="-60">
                <a:solidFill>
                  <a:srgbClr val="F4F7FB"/>
                </a:solidFill>
              </a:rPr>
              <a:t>t</a:t>
            </a:r>
            <a:r>
              <a:rPr dirty="0" sz="7400" spc="490">
                <a:solidFill>
                  <a:srgbClr val="F4F7FB"/>
                </a:solidFill>
              </a:rPr>
              <a:t>i</a:t>
            </a:r>
            <a:r>
              <a:rPr dirty="0" sz="7400" spc="-254">
                <a:solidFill>
                  <a:srgbClr val="F4F7FB"/>
                </a:solidFill>
              </a:rPr>
              <a:t>v</a:t>
            </a:r>
            <a:r>
              <a:rPr dirty="0" sz="7400" spc="100">
                <a:solidFill>
                  <a:srgbClr val="F4F7FB"/>
                </a:solidFill>
              </a:rPr>
              <a:t>e</a:t>
            </a:r>
            <a:r>
              <a:rPr dirty="0" sz="7400" spc="-325">
                <a:solidFill>
                  <a:srgbClr val="F4F7FB"/>
                </a:solidFill>
              </a:rPr>
              <a:t> </a:t>
            </a:r>
            <a:r>
              <a:rPr dirty="0" sz="3400" spc="4180">
                <a:solidFill>
                  <a:srgbClr val="F4F7FB"/>
                </a:solidFill>
                <a:latin typeface="Arial"/>
                <a:cs typeface="Arial"/>
              </a:rPr>
              <a:t>→</a:t>
            </a:r>
            <a:r>
              <a:rPr dirty="0" sz="3400" spc="780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7400" spc="-245">
                <a:solidFill>
                  <a:srgbClr val="F4F7FB"/>
                </a:solidFill>
              </a:rPr>
              <a:t>P</a:t>
            </a:r>
            <a:r>
              <a:rPr dirty="0" sz="7400" spc="-155">
                <a:solidFill>
                  <a:srgbClr val="F4F7FB"/>
                </a:solidFill>
              </a:rPr>
              <a:t>r</a:t>
            </a:r>
            <a:r>
              <a:rPr dirty="0" sz="7400" spc="-204">
                <a:solidFill>
                  <a:srgbClr val="F4F7FB"/>
                </a:solidFill>
              </a:rPr>
              <a:t>e</a:t>
            </a:r>
            <a:r>
              <a:rPr dirty="0" sz="7400" spc="150">
                <a:solidFill>
                  <a:srgbClr val="F4F7FB"/>
                </a:solidFill>
              </a:rPr>
              <a:t>d</a:t>
            </a:r>
            <a:r>
              <a:rPr dirty="0" sz="7400" spc="415">
                <a:solidFill>
                  <a:srgbClr val="F4F7FB"/>
                </a:solidFill>
              </a:rPr>
              <a:t>i</a:t>
            </a:r>
            <a:r>
              <a:rPr dirty="0" sz="7400" spc="-210">
                <a:solidFill>
                  <a:srgbClr val="F4F7FB"/>
                </a:solidFill>
              </a:rPr>
              <a:t>c</a:t>
            </a:r>
            <a:r>
              <a:rPr dirty="0" sz="7400" spc="-135">
                <a:solidFill>
                  <a:srgbClr val="F4F7FB"/>
                </a:solidFill>
              </a:rPr>
              <a:t>t</a:t>
            </a:r>
            <a:r>
              <a:rPr dirty="0" sz="7400" spc="415">
                <a:solidFill>
                  <a:srgbClr val="F4F7FB"/>
                </a:solidFill>
              </a:rPr>
              <a:t>i</a:t>
            </a:r>
            <a:r>
              <a:rPr dirty="0" sz="7400" spc="-330">
                <a:solidFill>
                  <a:srgbClr val="F4F7FB"/>
                </a:solidFill>
              </a:rPr>
              <a:t>v</a:t>
            </a:r>
            <a:r>
              <a:rPr dirty="0" sz="7400" spc="25">
                <a:solidFill>
                  <a:srgbClr val="F4F7FB"/>
                </a:solidFill>
              </a:rPr>
              <a:t>e</a:t>
            </a:r>
            <a:endParaRPr sz="7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7900" y="3825874"/>
            <a:ext cx="7842884" cy="1254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000"/>
              </a:lnSpc>
              <a:spcBef>
                <a:spcPts val="100"/>
              </a:spcBef>
            </a:pPr>
            <a:r>
              <a:rPr dirty="0" sz="2400" spc="-10">
                <a:solidFill>
                  <a:srgbClr val="F4F7FB"/>
                </a:solidFill>
                <a:latin typeface="Trebuchet MS"/>
                <a:cs typeface="Trebuchet MS"/>
              </a:rPr>
              <a:t>Digital</a:t>
            </a:r>
            <a:r>
              <a:rPr dirty="0" sz="2400" spc="-95">
                <a:solidFill>
                  <a:srgbClr val="F4F7FB"/>
                </a:solidFill>
                <a:latin typeface="Trebuchet MS"/>
                <a:cs typeface="Trebuchet MS"/>
              </a:rPr>
              <a:t> </a:t>
            </a:r>
            <a:r>
              <a:rPr dirty="0" sz="2400" spc="-40">
                <a:solidFill>
                  <a:srgbClr val="F4F7FB"/>
                </a:solidFill>
                <a:latin typeface="Trebuchet MS"/>
                <a:cs typeface="Trebuchet MS"/>
              </a:rPr>
              <a:t>twins.</a:t>
            </a:r>
            <a:r>
              <a:rPr dirty="0" sz="2400" spc="-90">
                <a:solidFill>
                  <a:srgbClr val="F4F7FB"/>
                </a:solidFill>
                <a:latin typeface="Trebuchet MS"/>
                <a:cs typeface="Trebuchet MS"/>
              </a:rPr>
              <a:t> </a:t>
            </a:r>
            <a:r>
              <a:rPr dirty="0" sz="2400" spc="100">
                <a:solidFill>
                  <a:srgbClr val="F4F7FB"/>
                </a:solidFill>
                <a:latin typeface="Trebuchet MS"/>
                <a:cs typeface="Trebuchet MS"/>
              </a:rPr>
              <a:t>Connected</a:t>
            </a:r>
            <a:r>
              <a:rPr dirty="0" sz="2400" spc="-95">
                <a:solidFill>
                  <a:srgbClr val="F4F7FB"/>
                </a:solidFill>
                <a:latin typeface="Trebuchet MS"/>
                <a:cs typeface="Trebuchet MS"/>
              </a:rPr>
              <a:t> </a:t>
            </a:r>
            <a:r>
              <a:rPr dirty="0" sz="2400" spc="75">
                <a:solidFill>
                  <a:srgbClr val="F4F7FB"/>
                </a:solidFill>
                <a:latin typeface="Trebuchet MS"/>
                <a:cs typeface="Trebuchet MS"/>
              </a:rPr>
              <a:t>and</a:t>
            </a:r>
            <a:r>
              <a:rPr dirty="0" sz="2400" spc="-90">
                <a:solidFill>
                  <a:srgbClr val="F4F7FB"/>
                </a:solidFill>
                <a:latin typeface="Trebuchet MS"/>
                <a:cs typeface="Trebuchet MS"/>
              </a:rPr>
              <a:t> </a:t>
            </a:r>
            <a:r>
              <a:rPr dirty="0" sz="2400" spc="90">
                <a:solidFill>
                  <a:srgbClr val="F4F7FB"/>
                </a:solidFill>
                <a:latin typeface="Trebuchet MS"/>
                <a:cs typeface="Trebuchet MS"/>
              </a:rPr>
              <a:t>autonomous</a:t>
            </a:r>
            <a:r>
              <a:rPr dirty="0" sz="2400" spc="-90">
                <a:solidFill>
                  <a:srgbClr val="F4F7FB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F4F7FB"/>
                </a:solidFill>
                <a:latin typeface="Trebuchet MS"/>
                <a:cs typeface="Trebuchet MS"/>
              </a:rPr>
              <a:t>vehicles.</a:t>
            </a:r>
            <a:r>
              <a:rPr dirty="0" sz="2400" spc="-95">
                <a:solidFill>
                  <a:srgbClr val="F4F7FB"/>
                </a:solidFill>
                <a:latin typeface="Trebuchet MS"/>
                <a:cs typeface="Trebuchet MS"/>
              </a:rPr>
              <a:t> </a:t>
            </a:r>
            <a:r>
              <a:rPr dirty="0" sz="2400" spc="105">
                <a:solidFill>
                  <a:srgbClr val="F4F7FB"/>
                </a:solidFill>
                <a:latin typeface="Trebuchet MS"/>
                <a:cs typeface="Trebuchet MS"/>
              </a:rPr>
              <a:t>V2X </a:t>
            </a:r>
            <a:r>
              <a:rPr dirty="0" sz="2400">
                <a:solidFill>
                  <a:srgbClr val="F4F7FB"/>
                </a:solidFill>
                <a:latin typeface="Trebuchet MS"/>
                <a:cs typeface="Trebuchet MS"/>
              </a:rPr>
              <a:t>communication.</a:t>
            </a:r>
            <a:r>
              <a:rPr dirty="0" sz="2400" spc="-35">
                <a:solidFill>
                  <a:srgbClr val="F4F7FB"/>
                </a:solidFill>
                <a:latin typeface="Trebuchet MS"/>
                <a:cs typeface="Trebuchet MS"/>
              </a:rPr>
              <a:t> </a:t>
            </a:r>
            <a:r>
              <a:rPr dirty="0" sz="2400" spc="120">
                <a:solidFill>
                  <a:srgbClr val="F4F7FB"/>
                </a:solidFill>
                <a:latin typeface="Trebuchet MS"/>
                <a:cs typeface="Trebuchet MS"/>
              </a:rPr>
              <a:t>One</a:t>
            </a:r>
            <a:r>
              <a:rPr dirty="0" sz="2400" spc="-35">
                <a:solidFill>
                  <a:srgbClr val="F4F7FB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4F7FB"/>
                </a:solidFill>
                <a:latin typeface="Trebuchet MS"/>
                <a:cs typeface="Trebuchet MS"/>
              </a:rPr>
              <a:t>intelligence</a:t>
            </a:r>
            <a:r>
              <a:rPr dirty="0" sz="2400" spc="-35">
                <a:solidFill>
                  <a:srgbClr val="F4F7FB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4F7FB"/>
                </a:solidFill>
                <a:latin typeface="Trebuchet MS"/>
                <a:cs typeface="Trebuchet MS"/>
              </a:rPr>
              <a:t>layer</a:t>
            </a:r>
            <a:r>
              <a:rPr dirty="0" sz="2400" spc="-30">
                <a:solidFill>
                  <a:srgbClr val="F4F7FB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4F7FB"/>
                </a:solidFill>
                <a:latin typeface="Trebuchet MS"/>
                <a:cs typeface="Trebuchet MS"/>
              </a:rPr>
              <a:t>for</a:t>
            </a:r>
            <a:r>
              <a:rPr dirty="0" sz="2400" spc="-35">
                <a:solidFill>
                  <a:srgbClr val="F4F7FB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F4F7FB"/>
                </a:solidFill>
                <a:latin typeface="Trebuchet MS"/>
                <a:cs typeface="Trebuchet MS"/>
              </a:rPr>
              <a:t>safer, </a:t>
            </a:r>
            <a:r>
              <a:rPr dirty="0" sz="2400">
                <a:solidFill>
                  <a:srgbClr val="F4F7FB"/>
                </a:solidFill>
                <a:latin typeface="Trebuchet MS"/>
                <a:cs typeface="Trebuchet MS"/>
              </a:rPr>
              <a:t>smoother,</a:t>
            </a:r>
            <a:r>
              <a:rPr dirty="0" sz="2400" spc="135">
                <a:solidFill>
                  <a:srgbClr val="F4F7FB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4F7FB"/>
                </a:solidFill>
                <a:latin typeface="Trebuchet MS"/>
                <a:cs typeface="Trebuchet MS"/>
              </a:rPr>
              <a:t>smarter</a:t>
            </a:r>
            <a:r>
              <a:rPr dirty="0" sz="2400" spc="135">
                <a:solidFill>
                  <a:srgbClr val="F4F7FB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F4F7FB"/>
                </a:solidFill>
                <a:latin typeface="Trebuchet MS"/>
                <a:cs typeface="Trebuchet MS"/>
              </a:rPr>
              <a:t>urban</a:t>
            </a:r>
            <a:r>
              <a:rPr dirty="0" sz="2400" spc="135">
                <a:solidFill>
                  <a:srgbClr val="F4F7FB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F4F7FB"/>
                </a:solidFill>
                <a:latin typeface="Trebuchet MS"/>
                <a:cs typeface="Trebuchet MS"/>
              </a:rPr>
              <a:t>travel.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77899" y="7087459"/>
            <a:ext cx="8234680" cy="1183005"/>
          </a:xfrm>
          <a:prstGeom prst="rect">
            <a:avLst/>
          </a:prstGeom>
        </p:spPr>
        <p:txBody>
          <a:bodyPr wrap="square" lIns="0" tIns="120650" rIns="0" bIns="0" rtlCol="0" vert="horz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950"/>
              </a:spcBef>
            </a:pPr>
            <a:r>
              <a:rPr dirty="0" sz="4150" b="1">
                <a:solidFill>
                  <a:srgbClr val="65D9FF"/>
                </a:solidFill>
                <a:latin typeface="Trebuchet MS"/>
                <a:cs typeface="Trebuchet MS"/>
              </a:rPr>
              <a:t>Transforming</a:t>
            </a:r>
            <a:r>
              <a:rPr dirty="0" sz="4150" spc="-114" b="1">
                <a:solidFill>
                  <a:srgbClr val="65D9FF"/>
                </a:solidFill>
                <a:latin typeface="Trebuchet MS"/>
                <a:cs typeface="Trebuchet MS"/>
              </a:rPr>
              <a:t> </a:t>
            </a:r>
            <a:r>
              <a:rPr dirty="0" sz="4150" b="1">
                <a:solidFill>
                  <a:srgbClr val="65D9FF"/>
                </a:solidFill>
                <a:latin typeface="Trebuchet MS"/>
                <a:cs typeface="Trebuchet MS"/>
              </a:rPr>
              <a:t>urban</a:t>
            </a:r>
            <a:r>
              <a:rPr dirty="0" sz="4150" spc="-55" b="1">
                <a:solidFill>
                  <a:srgbClr val="65D9FF"/>
                </a:solidFill>
                <a:latin typeface="Trebuchet MS"/>
                <a:cs typeface="Trebuchet MS"/>
              </a:rPr>
              <a:t> </a:t>
            </a:r>
            <a:r>
              <a:rPr dirty="0" sz="4150" spc="-10" b="1">
                <a:solidFill>
                  <a:srgbClr val="65D9FF"/>
                </a:solidFill>
                <a:latin typeface="Trebuchet MS"/>
                <a:cs typeface="Trebuchet MS"/>
              </a:rPr>
              <a:t>mobility</a:t>
            </a:r>
            <a:r>
              <a:rPr dirty="0" sz="4150" spc="-300" b="1">
                <a:solidFill>
                  <a:srgbClr val="65D9FF"/>
                </a:solidFill>
                <a:latin typeface="Trebuchet MS"/>
                <a:cs typeface="Trebuchet MS"/>
              </a:rPr>
              <a:t> w</a:t>
            </a:r>
            <a:r>
              <a:rPr dirty="0" sz="4150" spc="215" b="1">
                <a:solidFill>
                  <a:srgbClr val="65D9FF"/>
                </a:solidFill>
                <a:latin typeface="Trebuchet MS"/>
                <a:cs typeface="Trebuchet MS"/>
              </a:rPr>
              <a:t>i</a:t>
            </a:r>
            <a:r>
              <a:rPr dirty="0" sz="4150" spc="-100" b="1">
                <a:solidFill>
                  <a:srgbClr val="65D9FF"/>
                </a:solidFill>
                <a:latin typeface="Trebuchet MS"/>
                <a:cs typeface="Trebuchet MS"/>
              </a:rPr>
              <a:t>t</a:t>
            </a:r>
            <a:r>
              <a:rPr dirty="0" sz="4150" spc="-5" b="1">
                <a:solidFill>
                  <a:srgbClr val="65D9FF"/>
                </a:solidFill>
                <a:latin typeface="Trebuchet MS"/>
                <a:cs typeface="Trebuchet MS"/>
              </a:rPr>
              <a:t>h</a:t>
            </a:r>
            <a:r>
              <a:rPr dirty="0" sz="4150" spc="-50" b="1">
                <a:solidFill>
                  <a:srgbClr val="65D9FF"/>
                </a:solidFill>
                <a:latin typeface="Trebuchet MS"/>
                <a:cs typeface="Trebuchet MS"/>
              </a:rPr>
              <a:t> </a:t>
            </a:r>
            <a:r>
              <a:rPr dirty="0" sz="4150" spc="105" b="1">
                <a:solidFill>
                  <a:srgbClr val="65D9FF"/>
                </a:solidFill>
                <a:latin typeface="Trebuchet MS"/>
                <a:cs typeface="Trebuchet MS"/>
              </a:rPr>
              <a:t>AI-</a:t>
            </a:r>
            <a:r>
              <a:rPr dirty="0" sz="4150" b="1">
                <a:solidFill>
                  <a:srgbClr val="65D9FF"/>
                </a:solidFill>
                <a:latin typeface="Trebuchet MS"/>
                <a:cs typeface="Trebuchet MS"/>
              </a:rPr>
              <a:t>powered</a:t>
            </a:r>
            <a:r>
              <a:rPr dirty="0" sz="4150" spc="-250" b="1">
                <a:solidFill>
                  <a:srgbClr val="65D9FF"/>
                </a:solidFill>
                <a:latin typeface="Trebuchet MS"/>
                <a:cs typeface="Trebuchet MS"/>
              </a:rPr>
              <a:t> </a:t>
            </a:r>
            <a:r>
              <a:rPr dirty="0" sz="4150" spc="-10" b="1">
                <a:solidFill>
                  <a:srgbClr val="65D9FF"/>
                </a:solidFill>
                <a:latin typeface="Trebuchet MS"/>
                <a:cs typeface="Trebuchet MS"/>
              </a:rPr>
              <a:t>intelligence</a:t>
            </a:r>
            <a:endParaRPr sz="41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77900" y="9380854"/>
            <a:ext cx="465328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5" b="1">
                <a:solidFill>
                  <a:srgbClr val="F4F7FB"/>
                </a:solidFill>
                <a:latin typeface="Arial"/>
                <a:cs typeface="Arial"/>
              </a:rPr>
              <a:t>S</a:t>
            </a:r>
            <a:r>
              <a:rPr dirty="0" sz="1350" spc="-190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350" spc="55" b="1">
                <a:solidFill>
                  <a:srgbClr val="F4F7FB"/>
                </a:solidFill>
                <a:latin typeface="Arial"/>
                <a:cs typeface="Arial"/>
              </a:rPr>
              <a:t>M</a:t>
            </a:r>
            <a:r>
              <a:rPr dirty="0" sz="1350" spc="-185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350" spc="-35" b="1">
                <a:solidFill>
                  <a:srgbClr val="F4F7FB"/>
                </a:solidFill>
                <a:latin typeface="Arial"/>
                <a:cs typeface="Arial"/>
              </a:rPr>
              <a:t>A</a:t>
            </a:r>
            <a:r>
              <a:rPr dirty="0" sz="1350" spc="-185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350" spc="-145" b="1">
                <a:solidFill>
                  <a:srgbClr val="F4F7FB"/>
                </a:solidFill>
                <a:latin typeface="Arial"/>
                <a:cs typeface="Arial"/>
              </a:rPr>
              <a:t>R</a:t>
            </a:r>
            <a:r>
              <a:rPr dirty="0" sz="1350" spc="-190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350" spc="-40" b="1">
                <a:solidFill>
                  <a:srgbClr val="F4F7FB"/>
                </a:solidFill>
                <a:latin typeface="Arial"/>
                <a:cs typeface="Arial"/>
              </a:rPr>
              <a:t>T</a:t>
            </a:r>
            <a:r>
              <a:rPr dirty="0" sz="1350" spc="-185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350" spc="-90" b="1">
                <a:solidFill>
                  <a:srgbClr val="F4F7FB"/>
                </a:solidFill>
                <a:latin typeface="Arial"/>
                <a:cs typeface="Arial"/>
              </a:rPr>
              <a:t>F</a:t>
            </a:r>
            <a:r>
              <a:rPr dirty="0" sz="1350" spc="-185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350" spc="-90" b="1">
                <a:solidFill>
                  <a:srgbClr val="F4F7FB"/>
                </a:solidFill>
                <a:latin typeface="Arial"/>
                <a:cs typeface="Arial"/>
              </a:rPr>
              <a:t>L</a:t>
            </a:r>
            <a:r>
              <a:rPr dirty="0" sz="1350" spc="-190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F4F7FB"/>
                </a:solidFill>
                <a:latin typeface="Arial"/>
                <a:cs typeface="Arial"/>
              </a:rPr>
              <a:t>O</a:t>
            </a:r>
            <a:r>
              <a:rPr dirty="0" sz="1350" spc="-185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350" spc="75" b="1">
                <a:solidFill>
                  <a:srgbClr val="F4F7FB"/>
                </a:solidFill>
                <a:latin typeface="Arial"/>
                <a:cs typeface="Arial"/>
              </a:rPr>
              <a:t>W</a:t>
            </a:r>
            <a:r>
              <a:rPr dirty="0" sz="1350" spc="335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350" spc="190" b="1">
                <a:solidFill>
                  <a:srgbClr val="F4F7FB"/>
                </a:solidFill>
                <a:latin typeface="Arial"/>
                <a:cs typeface="Arial"/>
              </a:rPr>
              <a:t>/</a:t>
            </a:r>
            <a:r>
              <a:rPr dirty="0" sz="1350" spc="330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350" spc="-25" b="1">
                <a:solidFill>
                  <a:srgbClr val="F4F7FB"/>
                </a:solidFill>
                <a:latin typeface="Arial"/>
                <a:cs typeface="Arial"/>
              </a:rPr>
              <a:t>I</a:t>
            </a:r>
            <a:r>
              <a:rPr dirty="0" sz="1350" spc="-185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F4F7FB"/>
                </a:solidFill>
                <a:latin typeface="Arial"/>
                <a:cs typeface="Arial"/>
              </a:rPr>
              <a:t>N</a:t>
            </a:r>
            <a:r>
              <a:rPr dirty="0" sz="1350" spc="-185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350" spc="-40" b="1">
                <a:solidFill>
                  <a:srgbClr val="F4F7FB"/>
                </a:solidFill>
                <a:latin typeface="Arial"/>
                <a:cs typeface="Arial"/>
              </a:rPr>
              <a:t>T</a:t>
            </a:r>
            <a:r>
              <a:rPr dirty="0" sz="1350" spc="-190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350" spc="-135" b="1">
                <a:solidFill>
                  <a:srgbClr val="F4F7FB"/>
                </a:solidFill>
                <a:latin typeface="Arial"/>
                <a:cs typeface="Arial"/>
              </a:rPr>
              <a:t>E</a:t>
            </a:r>
            <a:r>
              <a:rPr dirty="0" sz="1350" spc="-185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350" spc="-90" b="1">
                <a:solidFill>
                  <a:srgbClr val="F4F7FB"/>
                </a:solidFill>
                <a:latin typeface="Arial"/>
                <a:cs typeface="Arial"/>
              </a:rPr>
              <a:t>L</a:t>
            </a:r>
            <a:r>
              <a:rPr dirty="0" sz="1350" spc="-185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350" spc="-90" b="1">
                <a:solidFill>
                  <a:srgbClr val="F4F7FB"/>
                </a:solidFill>
                <a:latin typeface="Arial"/>
                <a:cs typeface="Arial"/>
              </a:rPr>
              <a:t>L</a:t>
            </a:r>
            <a:r>
              <a:rPr dirty="0" sz="1350" spc="-190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350" spc="-25" b="1">
                <a:solidFill>
                  <a:srgbClr val="F4F7FB"/>
                </a:solidFill>
                <a:latin typeface="Arial"/>
                <a:cs typeface="Arial"/>
              </a:rPr>
              <a:t>I</a:t>
            </a:r>
            <a:r>
              <a:rPr dirty="0" sz="1350" spc="-185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350" spc="-20" b="1">
                <a:solidFill>
                  <a:srgbClr val="F4F7FB"/>
                </a:solidFill>
                <a:latin typeface="Arial"/>
                <a:cs typeface="Arial"/>
              </a:rPr>
              <a:t>G</a:t>
            </a:r>
            <a:r>
              <a:rPr dirty="0" sz="1350" spc="-185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350" spc="-135" b="1">
                <a:solidFill>
                  <a:srgbClr val="F4F7FB"/>
                </a:solidFill>
                <a:latin typeface="Arial"/>
                <a:cs typeface="Arial"/>
              </a:rPr>
              <a:t>E</a:t>
            </a:r>
            <a:r>
              <a:rPr dirty="0" sz="1350" spc="-190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F4F7FB"/>
                </a:solidFill>
                <a:latin typeface="Arial"/>
                <a:cs typeface="Arial"/>
              </a:rPr>
              <a:t>N</a:t>
            </a:r>
            <a:r>
              <a:rPr dirty="0" sz="1350" spc="-185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F4F7FB"/>
                </a:solidFill>
                <a:latin typeface="Arial"/>
                <a:cs typeface="Arial"/>
              </a:rPr>
              <a:t>T</a:t>
            </a:r>
            <a:r>
              <a:rPr dirty="0" sz="1350" spc="335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350" spc="-65" b="1">
                <a:solidFill>
                  <a:srgbClr val="F4F7FB"/>
                </a:solidFill>
                <a:latin typeface="Arial"/>
                <a:cs typeface="Arial"/>
              </a:rPr>
              <a:t>U</a:t>
            </a:r>
            <a:r>
              <a:rPr dirty="0" sz="1350" spc="-190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350" spc="-145" b="1">
                <a:solidFill>
                  <a:srgbClr val="F4F7FB"/>
                </a:solidFill>
                <a:latin typeface="Arial"/>
                <a:cs typeface="Arial"/>
              </a:rPr>
              <a:t>R</a:t>
            </a:r>
            <a:r>
              <a:rPr dirty="0" sz="1350" spc="-185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350" spc="-135" b="1">
                <a:solidFill>
                  <a:srgbClr val="F4F7FB"/>
                </a:solidFill>
                <a:latin typeface="Arial"/>
                <a:cs typeface="Arial"/>
              </a:rPr>
              <a:t>B</a:t>
            </a:r>
            <a:r>
              <a:rPr dirty="0" sz="1350" spc="-185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350" spc="-35" b="1">
                <a:solidFill>
                  <a:srgbClr val="F4F7FB"/>
                </a:solidFill>
                <a:latin typeface="Arial"/>
                <a:cs typeface="Arial"/>
              </a:rPr>
              <a:t>A</a:t>
            </a:r>
            <a:r>
              <a:rPr dirty="0" sz="1350" spc="-185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F4F7FB"/>
                </a:solidFill>
                <a:latin typeface="Arial"/>
                <a:cs typeface="Arial"/>
              </a:rPr>
              <a:t>N</a:t>
            </a:r>
            <a:r>
              <a:rPr dirty="0" sz="1350" spc="330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350" spc="55" b="1">
                <a:solidFill>
                  <a:srgbClr val="F4F7FB"/>
                </a:solidFill>
                <a:latin typeface="Arial"/>
                <a:cs typeface="Arial"/>
              </a:rPr>
              <a:t>M</a:t>
            </a:r>
            <a:r>
              <a:rPr dirty="0" sz="1350" spc="-185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F4F7FB"/>
                </a:solidFill>
                <a:latin typeface="Arial"/>
                <a:cs typeface="Arial"/>
              </a:rPr>
              <a:t>O</a:t>
            </a:r>
            <a:r>
              <a:rPr dirty="0" sz="1350" spc="-185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350" spc="-135" b="1">
                <a:solidFill>
                  <a:srgbClr val="F4F7FB"/>
                </a:solidFill>
                <a:latin typeface="Arial"/>
                <a:cs typeface="Arial"/>
              </a:rPr>
              <a:t>B</a:t>
            </a:r>
            <a:r>
              <a:rPr dirty="0" sz="1350" spc="-190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350" spc="-25" b="1">
                <a:solidFill>
                  <a:srgbClr val="F4F7FB"/>
                </a:solidFill>
                <a:latin typeface="Arial"/>
                <a:cs typeface="Arial"/>
              </a:rPr>
              <a:t>I</a:t>
            </a:r>
            <a:r>
              <a:rPr dirty="0" sz="1350" spc="-185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350" spc="-90" b="1">
                <a:solidFill>
                  <a:srgbClr val="F4F7FB"/>
                </a:solidFill>
                <a:latin typeface="Arial"/>
                <a:cs typeface="Arial"/>
              </a:rPr>
              <a:t>L</a:t>
            </a:r>
            <a:r>
              <a:rPr dirty="0" sz="1350" spc="-185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350" spc="-25" b="1">
                <a:solidFill>
                  <a:srgbClr val="F4F7FB"/>
                </a:solidFill>
                <a:latin typeface="Arial"/>
                <a:cs typeface="Arial"/>
              </a:rPr>
              <a:t>I</a:t>
            </a:r>
            <a:r>
              <a:rPr dirty="0" sz="1350" spc="-190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350" spc="-40" b="1">
                <a:solidFill>
                  <a:srgbClr val="F4F7FB"/>
                </a:solidFill>
                <a:latin typeface="Arial"/>
                <a:cs typeface="Arial"/>
              </a:rPr>
              <a:t>T</a:t>
            </a:r>
            <a:r>
              <a:rPr dirty="0" sz="1350" spc="-185" b="1">
                <a:solidFill>
                  <a:srgbClr val="F4F7FB"/>
                </a:solidFill>
                <a:latin typeface="Arial"/>
                <a:cs typeface="Arial"/>
              </a:rPr>
              <a:t> </a:t>
            </a:r>
            <a:r>
              <a:rPr dirty="0" sz="1350" spc="-50" b="1">
                <a:solidFill>
                  <a:srgbClr val="F4F7FB"/>
                </a:solidFill>
                <a:latin typeface="Arial"/>
                <a:cs typeface="Arial"/>
              </a:rPr>
              <a:t>Y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Rakesh</dc:creator>
  <cp:keywords>DAHU3opWpCg,BAGX5xV3XMQ</cp:keywords>
  <dc:title>Untitled design</dc:title>
  <dcterms:created xsi:type="dcterms:W3CDTF">2026-09-11T08:34:42Z</dcterms:created>
  <dcterms:modified xsi:type="dcterms:W3CDTF">2026-09-11T08:34:42Z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2026-09-11T00:00:00Z</vt:filetime>
  </property>
  <property fmtid="{D5CDD505-2E9C-101B-9397-08002B2CF9AE}" pid="4" name="Creator">
    <vt:lpwstr>Canva</vt:lpwstr>
  </property>
  <property fmtid="{D5CDD505-2E9C-101B-9397-08002B2CF9AE}" pid="5" name="LastSaved">
    <vt:filetime>2026-09-11T00:00:00Z</vt:filetime>
  </property>
  <property fmtid="{D5CDD505-2E9C-101B-9397-08002B2CF9AE}" pid="6" name="Producer">
    <vt:lpwstr>Canva</vt:lpwstr>
  </property>
  <property fmtid="{D5CDD505-2E9C-101B-9397-08002B2CF9AE}" pid="7" name="containsAiGeneratedContent">
    <vt:lpwstr>Yes</vt:lpwstr>
  </property>
</Properties>
</file>